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921240" y="502920"/>
            <a:ext cx="1691640" cy="420624"/>
          </a:xfrm>
          <a:prstGeom prst="roundRect">
            <a:avLst>
              <a:gd name="adj" fmla="val 21739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21240" y="50292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Rancang Struktur &amp;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Kumpulkan Konten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25112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Sitemap dan konten asli disiapkan dulu, sebelum masuk ke desain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Bikin Website Sendiri Tanpa Coding · Studi Kasus Katalog Toko Roti Online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 — Rancang Struktur &amp; Kumpulkan Konten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Langkah 1: Susun Sitemap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Godaan terbesar waktu bikin website adalah langsung loncat ke desain. Kalau strukturnya belum jelas, kamu bakal bolak-balik ubah tata letak setiap kali sadar ada halaman yang ketinggalan.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606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Sitemap itu sekadar daftar halaman yang dibutuhkan situsmu, dan bagaimana halaman itu saling terhubung. Untuk katalog toko roti, biasanya cukup 4 bagian: halaman utama (home), daftar produk per kategori, detail tiap produk, dan kontak/cara order.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657600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" y="3822192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CONTOH PROMPT SITEMAP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169664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“Saya mau bikin katalog online untuk toko roti saya. Produknya ada 3 kategori: roti tawar, roti manis, dan kue ulang tahun custom. Bantu saya susun sitemap dan struktur informasi di tiap halaman.”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 — Rancang Struktur &amp; Kumpulkan Konten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Langkah 2: Kumpulkan Konten Asli — Baru Desain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masuk ke desain di Modul 3, kumpulkan dulu data produk yang sebenarnya: nama produk, harga, kategori, deskripsi singkat, dan foto. Prinsip ini sama dengan yang dipakai di kursus Analisis Data — rapikan datanya dulu, baru diolah.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11183112" cy="1078357"/>
          </a:xfrm>
          <a:prstGeom prst="roundRect">
            <a:avLst>
              <a:gd name="adj" fmla="val 848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044952"/>
            <a:ext cx="10780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BELUM PUNYA FOTO BAGUS?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392424"/>
            <a:ext cx="10780776" cy="365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Nggak masalah kalau foto produkmu belum ada yang bagus — pakai saja placeholder sementara (foto seadanya, atau minta Claude deskripsikan visual yang dimaksud), ganti nanti kalau sudah ada yang lebih baik. Yang penting strukturnya selesai dulu.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 — Rancang Struktur &amp; Kumpulkan Konten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Modul 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Susun sitemap dulu — halaman apa saja yang dibutuhkan — sebelum masuk ke desain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Kumpulkan konten produk asli (nama, harga, kategori, deskripsi, foto) sebelum Modul 3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punya foto bagus tidak masalah — pakai placeholder sementara, ganti belakangan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828800"/>
            <a:ext cx="4005072" cy="1260920"/>
          </a:xfrm>
          <a:prstGeom prst="roundRect">
            <a:avLst>
              <a:gd name="adj" fmla="val 72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82128" y="1993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TIPS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882128" y="2340864"/>
            <a:ext cx="3602736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datamu dalam format yang konsisten sekarang — ini akan langsung ditempel ke kerangka desain di Modul 4.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743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 — Rancang Struktur &amp; Kumpulkan Konten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183112" cy="1183640"/>
          </a:xfrm>
          <a:prstGeom prst="roundRect">
            <a:avLst>
              <a:gd name="adj" fmla="val 927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" y="2103120"/>
            <a:ext cx="1070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LATIHAN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2468880"/>
            <a:ext cx="1070762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daftar produk asli kamu (atau isi portfolio/landing page kamu) — minimal 6-8 item kalau katalog, lengkap dengan nama, harga, kategori, dan deskripsi 1-2 kalimat tiap item. Lalu minta Claude merapikannya jadi format yang konsisten dan siap dipakai untuk katalog.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332480"/>
            <a:ext cx="11183112" cy="1042099"/>
          </a:xfrm>
          <a:prstGeom prst="roundRect">
            <a:avLst>
              <a:gd name="adj" fmla="val 10530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" y="3515360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376" y="3515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588512"/>
            <a:ext cx="10268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3990848"/>
            <a:ext cx="10744200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Sitemap (daftar halaman) dan draft konten/data produk yang sudah rapi — siap dipakai jadi input desain di Modul 3.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2026-08-31T09:44:11Z</dcterms:created>
  <dcterms:modified xsi:type="dcterms:W3CDTF">2026-08-31T09:44:11Z</dcterms:modified>
</cp:coreProperties>
</file>