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41D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21240" y="502920"/>
            <a:ext cx="1691640" cy="420624"/>
          </a:xfrm>
          <a:prstGeom prst="roundRect">
            <a:avLst>
              <a:gd name="adj" fmla="val 21739"/>
            </a:avLst>
          </a:prstGeom>
          <a:solidFill>
            <a:srgbClr val="6849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21240" y="50292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Rancang Struktur &amp;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Kumpulkan Konten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325112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B7C0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Sitemap dan konten asli disiapkan dulu, sebelum masuk ke desain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Bikin Website Sendiri Tanpa Coding · Studi Kasus Katalog Toko Roti Online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2743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2 — Rancang Struktur &amp; Kumpulkan Konten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344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Langkah 1: Susun Sitemap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82880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Godaan terbesar waktu bikin website adalah langsung loncat ke desain. Kalau strukturnya belum jelas, kamu bakal bolak-balik ubah tata letak setiap kali sadar ada halaman yang ketinggalan.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6060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Sitemap itu sekadar daftar halaman yang dibutuhkan situsmu, dan bagaimana halaman itu saling terhubung. Untuk katalog toko roti, biasanya cukup 4 bagian: halaman utama (home), daftar produk per kategori, detail tiap produk, dan kontak/cara order.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65760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 PROMPT SITEMAP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968496"/>
            <a:ext cx="11183112" cy="815086"/>
          </a:xfrm>
          <a:prstGeom prst="roundRect">
            <a:avLst>
              <a:gd name="adj" fmla="val 8975"/>
            </a:avLst>
          </a:prstGeom>
          <a:solidFill>
            <a:srgbClr val="0D132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4169664"/>
            <a:ext cx="1072591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Saya mau bikin katalog online untuk toko roti saya. Produknya ada 3 kategori: roti tawar, roti manis, dan kue ulang tahun custom. Bantu saya susun sitemap (halaman apa saja yang dibutuhkan) dan struktur informasi di tiap halaman.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2743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2 — Rancang Struktur &amp; Kumpulkan Konten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344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Langkah 2: Kumpulkan Konten Asli — Baru Desain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82880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Sebelum masuk ke desain di Modul 3, kumpulkan dulu data produk yang sebenarnya: nama produk, harga, kategori, deskripsi singkat, dan foto. Prinsip ini sama dengan yang dipakai di kursus Analisis Data — rapikan datanya dulu, baru diolah.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880360"/>
            <a:ext cx="11183112" cy="1078357"/>
          </a:xfrm>
          <a:prstGeom prst="roundRect">
            <a:avLst>
              <a:gd name="adj" fmla="val 8480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4088" y="3044952"/>
            <a:ext cx="10780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◆ BELUM PUNYA FOTO BAGUS?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04088" y="3392424"/>
            <a:ext cx="10780776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Nggak masalah kalau foto produkmu belum ada yang bagus — pakai saja placeholder sementara (foto seadanya, atau minta Claude deskripsikan visual yang dimaksud), ganti nanti kalau sudah ada yang lebih baik. Yang penting strukturnya selesai dulu.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2743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2 — Rancang Struktur &amp; Kumpulkan Konten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344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Ringkasan Modul 2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82880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Susun sitemap dulu — halaman apa saja yang dibutuhkan — sebelum masuk ke desain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Kumpulkan konten produk asli (nama, harga, kategori, deskripsi, foto) sebelum Modul 3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Belum punya foto bagus tidak masalah — pakai placeholder sementara, ganti belakangan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80960" y="1828800"/>
            <a:ext cx="4005072" cy="1260920"/>
          </a:xfrm>
          <a:prstGeom prst="roundRect">
            <a:avLst>
              <a:gd name="adj" fmla="val 7252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82128" y="199339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◆ TIPS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882128" y="2340864"/>
            <a:ext cx="3602736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Rapikan datamu dalam format yang konsisten sekarang — ini akan langsung ditempel ke kerangka desain di Modul 4.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2743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2 — Rancang Struktur &amp; Kumpulkan Konten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344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&amp; Output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11183112" cy="1183640"/>
          </a:xfrm>
          <a:prstGeom prst="roundRect">
            <a:avLst>
              <a:gd name="adj" fmla="val 9270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0664" y="2103120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■ LATIHAN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40664" y="2468880"/>
            <a:ext cx="1070762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Tulis daftar produk asli kamu (atau isi portfolio/landing page kamu) — minimal 6-8 item kalau katalog, lengkap dengan nama, harga, kategori, dan deskripsi 1-2 kalimat tiap item. Lalu minta Claude merapikannya jadi format yang konsisten dan siap dipakai untuk katalog.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332480"/>
            <a:ext cx="11183112" cy="1042099"/>
          </a:xfrm>
          <a:prstGeom prst="roundRect">
            <a:avLst>
              <a:gd name="adj" fmla="val 10530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" y="3515360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2376" y="3515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588512"/>
            <a:ext cx="10268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 yang Diharapkan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22376" y="3990848"/>
            <a:ext cx="10744200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Sitemap (daftar halaman) dan draft konten/data produk yang sudah rapi — siap dipakai jadi input desain di Modul 3.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2026-08-31T11:15:31Z</dcterms:created>
  <dcterms:modified xsi:type="dcterms:W3CDTF">2026-08-31T11:15:31Z</dcterms:modified>
</cp:coreProperties>
</file>