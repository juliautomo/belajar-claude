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921240" y="502920"/>
            <a:ext cx="1691640" cy="420624"/>
          </a:xfrm>
          <a:prstGeom prst="roundRect">
            <a:avLst>
              <a:gd name="adj" fmla="val 21739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21240" y="5029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Bangun Halaman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Katalog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2511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Isi kerangka Modul 3 dengan konten asli dari Modul 2, jadi halaman yang benar-benar berfungsi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Bikin Website Sendiri Tanpa Coding · Studi Kasus Katalog Toko Roti Online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Bangun Halaman Katalog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Masukkan Data Produk Asli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Kerangka visual sudah ada, data produk asli juga sudah siap dari Modul 2 — sekarang saatnya digabung jadi halaman katalog yang benar-benar berfungsi dan bisa di-preview langsung.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51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Tempelkan data produk yang sudah kamu rapikan di Modul 2 ke kerangka layout dari Modul 3.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2004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PROMPT ISI KONTEN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511296"/>
            <a:ext cx="11183112" cy="815086"/>
          </a:xfrm>
          <a:prstGeom prst="roundRect">
            <a:avLst>
              <a:gd name="adj" fmla="val 8975"/>
            </a:avLst>
          </a:prstGeom>
          <a:solidFill>
            <a:srgbClr val="0D132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712464"/>
            <a:ext cx="107259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Ini data produk saya (dari daftar yang sudah kita rapikan sebelumnya): [tempel data produk]. Masukkan semua data ini ke kerangka katalog yang sudah kita buat, sesuai kategorinya masing-masing.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Bangun Halaman Katalog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Pola Refine-by-Chat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Jangan berharap prompt pertama langsung sempurna. Pola paling efektif: lihat hasilnya, jelaskan yang mau diperbaiki ke Claude, ulangi beberapa kali sampai pas — ini normal dan justru cara paling efisien.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288950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34670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Lihat hasil Artifact saat ini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48990" y="274320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3582" y="288950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1358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13582" y="334670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Screenshot bagian yang mau diubah (opsional)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5060" y="274320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9652" y="288950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965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9652" y="334670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Jelaskan perubahan yang diinginkan ke Claude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41130" y="2743200"/>
            <a:ext cx="2644902" cy="1136904"/>
          </a:xfrm>
          <a:prstGeom prst="roundRect">
            <a:avLst>
              <a:gd name="adj" fmla="val 8043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5722" y="2889504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0572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05722" y="3346704"/>
            <a:ext cx="231571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Ulangi sampai hasilnya pas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108704"/>
            <a:ext cx="11183112" cy="1078357"/>
          </a:xfrm>
          <a:prstGeom prst="roundRect">
            <a:avLst>
              <a:gd name="adj" fmla="val 8480"/>
            </a:avLst>
          </a:prstGeom>
          <a:solidFill>
            <a:srgbClr val="FFF6E9"/>
          </a:solidFill>
          <a:ln w="12700">
            <a:solidFill>
              <a:srgbClr val="F5D9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" y="4273296"/>
            <a:ext cx="1078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9A5B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 CATATAN REALISTIS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" y="4620768"/>
            <a:ext cx="10780776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versi gratis punya batas jumlah pesan untuk artifact HTML dalam sesi refine yang panjang. Kalau kamu banyak bolak-balik memperbaiki desain dalam waktu singkat, mungkin akan kena jeda sebentar — ini wajar, bukan tanda ada yang salah.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Bangun Halaman Katalog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Modul 4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Masukkan data produk asli ke kerangka layout yang sudah dibuat di Modul 3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Pakai pola refine-by-chat: lihat hasil, jelaskan yang mau diubah, ulangi — bukan mengejar prompt sempurna sekali jadi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 tier Claude ada batas wajar untuk sesi refine artifact yang panjang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828800"/>
            <a:ext cx="4005072" cy="1260920"/>
          </a:xfrm>
          <a:prstGeom prst="roundRect">
            <a:avLst>
              <a:gd name="adj" fmla="val 7252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82128" y="199339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TIPS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2340864"/>
            <a:ext cx="3602736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Fokus perbaiki satu hal per putaran refine — lebih mudah dilacak Claude dibanding minta banyak perubahan sekaligus.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2743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Bangun Halaman Katalog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344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11183112" cy="1386840"/>
          </a:xfrm>
          <a:prstGeom prst="roundRect">
            <a:avLst>
              <a:gd name="adj" fmla="val 7912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103120"/>
            <a:ext cx="1070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LATIHAN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468880"/>
            <a:ext cx="107076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Selesaikan halaman katalog sampai semua produkmu tampil dengan benar, di kategori yang tepat, dengan tampilan yang kamu suka. Masukkan data produkmu ke Artifact, lalu lakukan minimal 2-3 putaran refine (perbaiki warna, ukuran foto, jarak antar elemen, dsb) sampai kamu puas dengan hasilnya.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535680"/>
            <a:ext cx="11183112" cy="1042099"/>
          </a:xfrm>
          <a:prstGeom prst="roundRect">
            <a:avLst>
              <a:gd name="adj" fmla="val 10530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3718560"/>
            <a:ext cx="365760" cy="36576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" y="3718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791712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" y="4194048"/>
            <a:ext cx="1074420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Homepage + halaman katalog produk yang sudah jadi, berisi data aslimu, dan bisa di-preview langsung di Artifact.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2026-08-31T11:15:31Z</dcterms:created>
  <dcterms:modified xsi:type="dcterms:W3CDTF">2026-08-31T11:15:31Z</dcterms:modified>
</cp:coreProperties>
</file>