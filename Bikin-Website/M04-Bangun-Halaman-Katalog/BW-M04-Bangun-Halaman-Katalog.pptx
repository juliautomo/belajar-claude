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38160" y="0"/>
            <a:ext cx="4053535" cy="6858000"/>
          </a:xfrm>
          <a:prstGeom prst="rect">
            <a:avLst/>
          </a:prstGeom>
          <a:solidFill>
            <a:srgbClr val="141D33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9921240" y="502920"/>
            <a:ext cx="1691640" cy="420624"/>
          </a:xfrm>
          <a:prstGeom prst="roundRect">
            <a:avLst>
              <a:gd name="adj" fmla="val 21739"/>
            </a:avLst>
          </a:prstGeom>
          <a:solidFill>
            <a:srgbClr val="6849F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921240" y="502920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4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Bangun Halaman</a:t>
            </a:r>
            <a:endParaRPr lang="en-US" sz="44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Katalog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325112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5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Isi kerangka Modul 3 dengan konten asli dari Modul 2, jadi halaman yang benar-benar berfungsi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263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Bikin Website Sendiri Tanpa Coding · Studi Kasus Katalog Toko Roti Online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029200" y="274320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4 — Bangun Halaman Katalog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23444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Masukkan Data Produk Asli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82880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Kerangka visual sudah ada, data produk asli juga sudah siap dari Modul 2 — sekarang saatnya digabung jadi halaman katalog yang benar-benar berfungsi dan bisa di-preview langsung.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265176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Tempelkan data produk yang sudah kamu rapikan di Modul 2 ke kerangka layout dari Modul 3.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3200400"/>
            <a:ext cx="11183112" cy="1078357"/>
          </a:xfrm>
          <a:prstGeom prst="roundRect">
            <a:avLst>
              <a:gd name="adj" fmla="val 8480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4088" y="3364992"/>
            <a:ext cx="10780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◆ CONTOH PROMPT ISI KONTEN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704088" y="3712464"/>
            <a:ext cx="10780776" cy="365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“Ini data produk saya (dari daftar yang sudah kita rapikan sebelumnya): [tempel data produk]. Masukkan semua data ini ke kerangka katalog yang sudah kita buat, sesuai kategorinya masing-masing.”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029200" y="274320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4 — Bangun Halaman Katalog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23444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Pola Refine-by-Chat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82880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Jangan berharap prompt pertama langsung sempurna. Pola paling efektif: lihat hasilnya, jelaskan yang mau diperbaiki ke Claude, ulangi beberapa kali sampai pas — ini normal dan justru cara paling efisien.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743200"/>
            <a:ext cx="2644902" cy="1136904"/>
          </a:xfrm>
          <a:prstGeom prst="roundRect">
            <a:avLst>
              <a:gd name="adj" fmla="val 8043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67512" y="2889504"/>
            <a:ext cx="365760" cy="365760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7512" y="28895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67512" y="3346704"/>
            <a:ext cx="2315718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Lihat hasil Artifact saat ini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348990" y="2743200"/>
            <a:ext cx="2644902" cy="1136904"/>
          </a:xfrm>
          <a:prstGeom prst="roundRect">
            <a:avLst>
              <a:gd name="adj" fmla="val 8043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13582" y="2889504"/>
            <a:ext cx="365760" cy="365760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513582" y="28895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513582" y="3346704"/>
            <a:ext cx="2315718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Screenshot bagian yang mau diubah (opsional)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195060" y="2743200"/>
            <a:ext cx="2644902" cy="1136904"/>
          </a:xfrm>
          <a:prstGeom prst="roundRect">
            <a:avLst>
              <a:gd name="adj" fmla="val 8043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59652" y="2889504"/>
            <a:ext cx="365760" cy="365760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59652" y="28895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359652" y="3346704"/>
            <a:ext cx="2315718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Jelaskan perubahan yang diinginkan ke Claude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9041130" y="2743200"/>
            <a:ext cx="2644902" cy="1136904"/>
          </a:xfrm>
          <a:prstGeom prst="roundRect">
            <a:avLst>
              <a:gd name="adj" fmla="val 8043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205722" y="2889504"/>
            <a:ext cx="365760" cy="365760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205722" y="28895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9205722" y="3346704"/>
            <a:ext cx="2315718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Ulangi sampai hasilnya pas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02920" y="4108704"/>
            <a:ext cx="11183112" cy="1078357"/>
          </a:xfrm>
          <a:prstGeom prst="roundRect">
            <a:avLst>
              <a:gd name="adj" fmla="val 8480"/>
            </a:avLst>
          </a:prstGeom>
          <a:solidFill>
            <a:srgbClr val="FFF6E9"/>
          </a:solidFill>
          <a:ln w="12700">
            <a:solidFill>
              <a:srgbClr val="F5D9A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04088" y="4273296"/>
            <a:ext cx="10780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" kern="0" dirty="0">
                <a:solidFill>
                  <a:srgbClr val="9A5B0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⚠ CATATAN REALISTIS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704088" y="4620768"/>
            <a:ext cx="10780776" cy="365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 versi gratis punya batas jumlah pesan untuk artifact HTML dalam sesi refine yang panjang. Kalau kamu banyak bolak-balik memperbaiki desain dalam waktu singkat, mungkin akan kena jeda sebentar — ini wajar, bukan tanda ada yang salah.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029200" y="274320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4 — Bangun Halaman Katalog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23444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Ringkasan Modul 4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828800"/>
            <a:ext cx="6949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Masukkan data produk asli ke kerangka layout yang sudah dibuat di Modul 3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Pakai pola refine-by-chat: lihat hasil, jelaskan yang mau diubah, ulangi — bukan mengejar prompt sempurna sekali jadi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Free tier Claude ada batas wajar untuk sesi refine artifact yang panjang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680960" y="1828800"/>
            <a:ext cx="4005072" cy="1260920"/>
          </a:xfrm>
          <a:prstGeom prst="roundRect">
            <a:avLst>
              <a:gd name="adj" fmla="val 7252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82128" y="1993392"/>
            <a:ext cx="3602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◆ TIPS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7882128" y="2340864"/>
            <a:ext cx="3602736" cy="54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Fokus perbaiki satu hal per putaran refine — lebih mudah dilacak Claude dibanding minta banyak perubahan sekaligus.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029200" y="274320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4 — Bangun Halaman Katalog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23444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Latihan &amp; Output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11183112" cy="1386840"/>
          </a:xfrm>
          <a:prstGeom prst="roundRect">
            <a:avLst>
              <a:gd name="adj" fmla="val 7912"/>
            </a:avLst>
          </a:prstGeom>
          <a:solidFill>
            <a:srgbClr val="EAFAF0"/>
          </a:solidFill>
          <a:ln w="12700">
            <a:solidFill>
              <a:srgbClr val="B8E6C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0664" y="2103120"/>
            <a:ext cx="10707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" kern="0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■ LATIHAN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40664" y="2468880"/>
            <a:ext cx="10707624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Selesaikan halaman katalog sampai semua produkmu tampil dengan benar, di kategori yang tepat, dengan tampilan yang kamu suka. Masukkan data produkmu ke Artifact, lalu lakukan minimal 2-3 putaran refine (perbaiki warna, ukuran foto, jarak antar elemen, dsb) sampai kamu puas dengan hasilnya.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3535680"/>
            <a:ext cx="11183112" cy="1042099"/>
          </a:xfrm>
          <a:prstGeom prst="roundRect">
            <a:avLst>
              <a:gd name="adj" fmla="val 10530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22376" y="3718560"/>
            <a:ext cx="365760" cy="365760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22376" y="3718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✓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3791712"/>
            <a:ext cx="10268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Output yang Diharapkan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722376" y="4194048"/>
            <a:ext cx="10744200" cy="1825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Homepage + halaman katalog produk yang sudah jadi, berisi data aslimu, dan bisa di-preview langsung di Artifact.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2026-08-31T09:44:11Z</dcterms:created>
  <dcterms:modified xsi:type="dcterms:W3CDTF">2026-08-31T09:44:11Z</dcterms:modified>
</cp:coreProperties>
</file>