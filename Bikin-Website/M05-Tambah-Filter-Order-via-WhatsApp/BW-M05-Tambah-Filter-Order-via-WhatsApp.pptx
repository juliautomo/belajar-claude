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21240" y="50292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21240" y="502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Tambah Filter &amp;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 via WhatsApp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2511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Bikin katalog interaktif dan siap terima order — tanpa backend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Bikin Website Sendiri Tanpa Coding · Studi Kasus Katalog Toko Roti Online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5 — Tambah Filter &amp; Order via WhatsApp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 Kategori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Katalog yang statis saja sudah bagus, tapi dua tambahan kecil ini yang bikin situsmu benar-benar bisa dipakai jualan: filter kategori yang berfungsi, dan tombol order langsung ke WhatsApp — semua tanpa butuh server atau database.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97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Waktu pengunjung klik tab kategori (misalnya “Roti Manis”), produk yang tampil harus berubah otomatis — ini semua bisa dilakukan dengan JavaScript sederhana yang tetap berjalan di sisi browser pengunjung, tanpa perlu server.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PROMPT FILTER KATEGORI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68496"/>
            <a:ext cx="11183112" cy="815086"/>
          </a:xfrm>
          <a:prstGeom prst="roundRect">
            <a:avLst>
              <a:gd name="adj" fmla="val 8975"/>
            </a:avLst>
          </a:prstGeom>
          <a:solidFill>
            <a:srgbClr val="0D132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169664"/>
            <a:ext cx="107259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Tambahkan fungsi filter: waktu tab kategori di-klik, tampilkan hanya produk dari kategori itu, sembunyikan yang lain. Tab "Semua" untuk menampilkan semua produk lagi.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5 — Tambah Filter &amp; Order via WhatsApp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 via WhatsApp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Tambahkan tombol “Order via WhatsApp” di tiap kartu produk. Link ini pakai format khusus (wa.me/...) yang bisa langsung mengisi draft pesan berisi nama produk yang dipesan, jadi pengunjung tinggal klik dan kirim.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7432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PROMPT ORDER VIA WHATSAPP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54096"/>
            <a:ext cx="11183112" cy="815086"/>
          </a:xfrm>
          <a:prstGeom prst="roundRect">
            <a:avLst>
              <a:gd name="adj" fmla="val 8975"/>
            </a:avLst>
          </a:prstGeom>
          <a:solidFill>
            <a:srgbClr val="0D132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255264"/>
            <a:ext cx="107259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Tambahkan tombol "Order via WhatsApp" di setiap kartu produk. Nomor WhatsApp saya [nomor kamu, format 62xxx]. Waktu diklik, buka WhatsApp dengan draft pesan yang sudah otomatis berisi nama produk yang dipesan.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097782"/>
            <a:ext cx="11183112" cy="1078357"/>
          </a:xfrm>
          <a:prstGeom prst="roundRect">
            <a:avLst>
              <a:gd name="adj" fmla="val 8480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62374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KENAPA INI CUKUP UNTUK JUALAN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4609846"/>
            <a:ext cx="1078077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Situs statis tidak bisa memproses pembayaran, tapi menghubungkan pengunjung ke WhatsApp sudah lebih dari cukup untuk kebanyakan UMKM — pembeli chat, kamu konfirmasi stok dan ongkir manual, transaksi selesai. Banyak toko kecil justru sengaja pakai alur ini karena lebih personal.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5 — Tambah Filter &amp; Order via WhatsApp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Modul 5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 kategori dan tombol WhatsApp bisa dibangun tanpa backend, cukup JavaScript yang berjalan di browser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 wa.me bisa mengisi draft pesan otomatis, memudahkan pengunjung langsung order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Alur browse-lalu-chat ini cukup untuk kebanyakan UMKM — tidak semua situs butuh sistem checkout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828800"/>
            <a:ext cx="4005072" cy="1260920"/>
          </a:xfrm>
          <a:prstGeom prst="roundRect">
            <a:avLst>
              <a:gd name="adj" fmla="val 7252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82128" y="199339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TIPS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2340864"/>
            <a:ext cx="3602736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Uji nomor WhatsApp-mu sendiri di tombol order sebelum lanjut ke modul berikutnya — kesalahan angka di sini paling sering kelewatan.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5 — Tambah Filter &amp; Order via WhatsApp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1183112" cy="1183640"/>
          </a:xfrm>
          <a:prstGeom prst="roundRect">
            <a:avLst>
              <a:gd name="adj" fmla="val 9270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103120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LATIHAN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468880"/>
            <a:ext cx="107076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Tambahkan filter kategori dan tombol order WhatsApp ke katalog yang sudah kamu bangun di Modul 4. Coba klik-klik sendiri: apakah filternya berfungsi, dan apakah tombol WhatsApp membuka draft pesan yang benar?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332480"/>
            <a:ext cx="11183112" cy="1042099"/>
          </a:xfrm>
          <a:prstGeom prst="roundRect">
            <a:avLst>
              <a:gd name="adj" fmla="val 10530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3515360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" y="3515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88512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yang Diharapkan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" y="3990848"/>
            <a:ext cx="107442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Katalog interaktif: filter kategori berfungsi, dan setiap produk punya tombol order ke WhatsApp yang benar-benar berfungsi.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2026-08-31T11:15:31Z</dcterms:created>
  <dcterms:modified xsi:type="dcterms:W3CDTF">2026-08-31T11:15:31Z</dcterms:modified>
</cp:coreProperties>
</file>