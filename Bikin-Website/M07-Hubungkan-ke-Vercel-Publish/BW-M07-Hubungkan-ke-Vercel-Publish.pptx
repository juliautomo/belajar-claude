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502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Hubungkan ke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&amp; Publish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Situsmu live di internet dengan URL sendiri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Website Sendiri Tanpa Coding · Studi Kasus Katalog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Hubungkan ke Vercel &amp; Publish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Hubungkan Repo ke Vercel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Momen yang paling memuaskan: situsmu benar-benar hidup di internet, dengan URL yang bisa dibagikan ke siapapun. Vercel bisa login langsung pakai akun GitHub-mu, jadi tidak perlu daftar akun terpisah.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vercel.com, klik “Continue with GitHub”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899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358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358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1358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“Import Project”, pilih repo yang kamu buat di Modul 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965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965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965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“Deploy” — tunggu beberapa detik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113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572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572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0572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Situsmu live! Dapat URL namamu.vercel.app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08704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4273296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UPDATE SITUS NANTI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4620768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Mau tambah produk baru atau ubah sesuatu? Edit atau upload file baru ke repo GitHub-mu — Vercel otomatis mendeteksi perubahan dan mem-publish ulang situsmu tanpa langkah tambahan. Lebih lanjut soal ini di Modul 8.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Hubungkan ke Vercel &amp; Publish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7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Login Vercel pakai akun GitHub, import repo, deploy — situsmu langsung live dengan URL sendiri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selanjutnya cukup edit/upload file baru ke GitHub — Vercel otomatis mem-publish ulang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4005072" cy="1260920"/>
          </a:xfrm>
          <a:prstGeom prst="roundRect">
            <a:avLst>
              <a:gd name="adj" fmla="val 72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82128" y="199339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2340864"/>
            <a:ext cx="3602736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Simpan link URL live-mu di tempat yang gampang diakses — kamu akan sering membagikannya ke calon klien atau pembeli.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Hubungkan ke Vercel &amp; Publish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83112" cy="1183640"/>
          </a:xfrm>
          <a:prstGeom prst="roundRect">
            <a:avLst>
              <a:gd name="adj" fmla="val 927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103120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68880"/>
            <a:ext cx="107076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Login ke Vercel pakai akun GitHub-mu, import repo dari Modul 6, deploy, dan buka URL yang dihasilkan untuk memastikan situsmu benar-benar live dan berfungsi.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2480"/>
            <a:ext cx="11183112" cy="1042099"/>
          </a:xfrm>
          <a:prstGeom prst="roundRect">
            <a:avLst>
              <a:gd name="adj" fmla="val 1053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515360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515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8512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990848"/>
            <a:ext cx="107442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live yang bisa dikunjungi siapa saja — situs katalog (atau portfolio) yang sudah selesai dan ter-deploy.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2026-08-31T09:44:11Z</dcterms:created>
  <dcterms:modified xsi:type="dcterms:W3CDTF">2026-08-31T09:44:11Z</dcterms:modified>
</cp:coreProperties>
</file>