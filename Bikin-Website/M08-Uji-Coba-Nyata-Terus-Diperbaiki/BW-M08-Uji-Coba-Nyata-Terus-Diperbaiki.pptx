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21240" y="50292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21240" y="502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Uji Coba Nyata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Terus Diperbaiki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langsung di HP asli, minta orang lain coba, sapu bersih, dan rencana ke depan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Website Sendiri Tanpa Coding · Studi Kasus Katalog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8 — Uji Coba Nyata &amp; Terus Diperbaiki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di HP Asli &amp; Sapu Bersih Terakhir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DI HP ASLI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48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Sekarang situsmu sudah punya URL sungguhan — buka langsung dari HP-mu sendiri. Ini baru benar-benar tes tampilan mobile, bukan sekadar preview di Artifact. Perhatikan teks yang kepotong, tombol yang kekecilan, atau grid produk yang berantakan di layar sempit.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004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SAPU BERSIH TERAKHIR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5021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satu per satu langsung di situs yang sudah live: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840480"/>
            <a:ext cx="2644902" cy="1312164"/>
          </a:xfrm>
          <a:prstGeom prst="roundRect">
            <a:avLst>
              <a:gd name="adj" fmla="val 6969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398678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4443984"/>
            <a:ext cx="231571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 WhatsApp salah nomor — pengunjung order tapi pesannya nyasar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48990" y="3840480"/>
            <a:ext cx="2644902" cy="1312164"/>
          </a:xfrm>
          <a:prstGeom prst="roundRect">
            <a:avLst>
              <a:gd name="adj" fmla="val 6969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3582" y="398678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1358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13582" y="4443984"/>
            <a:ext cx="231571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Harga belum diisi atau salah ketik — bikin bingung calon pembeli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5060" y="3840480"/>
            <a:ext cx="2644902" cy="1312164"/>
          </a:xfrm>
          <a:prstGeom prst="roundRect">
            <a:avLst>
              <a:gd name="adj" fmla="val 6969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9652" y="398678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965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59652" y="4443984"/>
            <a:ext cx="231571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Foto tidak muncul — biasanya karena link gambar yang salah/rusak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41130" y="3840480"/>
            <a:ext cx="2644902" cy="1312164"/>
          </a:xfrm>
          <a:prstGeom prst="roundRect">
            <a:avLst>
              <a:gd name="adj" fmla="val 6969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5722" y="398678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0572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05722" y="4443984"/>
            <a:ext cx="231571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 kategori tidak konsisten — bikin filter kategori tidak berfungsi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8 — Uji Coba Nyata &amp; Terus Diperbaiki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Minta Orang Lain Coba (User Testing)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sudah terlalu hafal situsmu sendiri untuk melihat bagian yang membingungkan — testing paling jujur datang dari orang yang belum pernah lihat situsnya sama sekali. Tim developer profesional pun selalu minta orang lain mencoba produknya sebelum dianggap selesai.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9809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43814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Kirim link situsmu ke 2-3 orang di luar dirimu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8990" y="283464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3582" y="29809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13582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13582" y="343814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Kasih satu tugas spesifik, jangan kasih tahu caranya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5060" y="283464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9652" y="29809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9652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9652" y="343814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Perhatikan di mana mereka berhenti atau salah klik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41130" y="283464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5722" y="29809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5722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05722" y="343814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Tanya kesan pertama: apa yang bikin ragu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200144"/>
            <a:ext cx="11183112" cy="1078357"/>
          </a:xfrm>
          <a:prstGeom prst="roundRect">
            <a:avLst>
              <a:gd name="adj" fmla="val 848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4364736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KENAPA INI PENTING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4712208"/>
            <a:ext cx="1078077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Testing bukan cuma soal nemuin bug teknis — kadang situsnya berfungsi sempurna, tapi orang tetap bingung harus klik ke mana. Feedback jujur dari orang yang belum tahu apa-apa jauh lebih berharga daripada kamu cek sendiri berkali-kali.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8 — Uji Coba Nyata &amp; Terus Diperbaiki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Update Situs Kapan Saja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Baik dari hasil testing, atau kapan pun nanti kamu mau tambah produk baru, ubah harga, atau ganti sesuatu di desain — alurnya selalu sama, dan kamu nggak perlu mengulang dari nol.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79806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25526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Jelaskan perubahan yang kamu mau ke Claude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8990" y="265176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3582" y="279806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1358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13582" y="325526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Simpan ulang jadi HTML, timpa file index.html lama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5060" y="265176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9652" y="279806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965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9652" y="325526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file yang diperbarui ke repo GitHub, lalu Commit changes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41130" y="265176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5722" y="279806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572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05722" y="325526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Tunggu sebentar — Vercel otomatis publish ulang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017264"/>
            <a:ext cx="11183112" cy="1078357"/>
          </a:xfrm>
          <a:prstGeom prst="roundRect">
            <a:avLst>
              <a:gd name="adj" fmla="val 848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4181856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NGGAK PERLU ULANG DARI MODUL 6-7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4529328"/>
            <a:ext cx="1078077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 GitHub dan project Vercel yang sudah kamu buat tetap dipakai selamanya — kamu cuma upload file yang sudah diperbarui ke repo yang sama, bukan bikin repo atau project baru setiap kali ada perubahan.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8 — Uji Coba Nyata &amp; Terus Diperbaiki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8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831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Situs sudah live — sekarang saatnya cek beneran di HP asli, bukan cuma preview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Sapu bersih terakhir: link WhatsApp, harga, foto, konsistensi nama kategori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Minta 2-3 orang lain coba situsmu — mereka akan lihat kebingungan yang kamu sendiri sudah nggak sadari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kapan saja: minta Claude, upload ke GitHub, Vercel otomatis publish ulang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Situs live + repo GitHub adalah bukti kerja nyata untuk menawarkan jasa ke UMKM lain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434840"/>
            <a:ext cx="11183112" cy="1260920"/>
          </a:xfrm>
          <a:prstGeom prst="roundRect">
            <a:avLst>
              <a:gd name="adj" fmla="val 725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4599432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PENUTUP — MONETISASI &amp; LANGKAH SELANJUTNYA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4946904"/>
            <a:ext cx="10780776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 GitHub dan situs live ini sekarang jadi bukti kerja nyata yang bisa kamu tunjukkan ke UMKM lain yang butuh jasa serupa. Kamu tidak perlu menunggu “jago” dulu — satu contoh nyata yang berfungsi sudah cukup untuk mulai menawarkan jasa. (Bonus opsional: Claude Code, Cowork, dan GitHub connector untuk workflow yang lebih hands-off — tidak wajib untuk selesai kursus.)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8 — Uji Coba Nyata &amp; Terus Diperbaiki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183112" cy="1183640"/>
          </a:xfrm>
          <a:prstGeom prst="roundRect">
            <a:avLst>
              <a:gd name="adj" fmla="val 9270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103120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68880"/>
            <a:ext cx="107076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URL live-mu langsung dari HP, jalankan checklist sapu bersih satu per satu, dan perbaiki (lalu upload ulang) kalau ada yang kurang pas. Lalu kirim link-nya ke minimal 2 orang, kasih satu tugas spesifik, dan catat di mana mereka bingung atau berhenti.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32480"/>
            <a:ext cx="11183112" cy="1224661"/>
          </a:xfrm>
          <a:prstGeom prst="roundRect">
            <a:avLst>
              <a:gd name="adj" fmla="val 896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515360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" y="3515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88512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3990848"/>
            <a:ext cx="1074420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Situs yang sudah dicek langsung dari HP asli, bebas dari kesalahan-kesalahan umum, dan sudah dicoba minimal 2 orang lain — siap dipakai sebagai bukti kerja nyata.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2026-08-31T09:44:11Z</dcterms:created>
  <dcterms:modified xsi:type="dcterms:W3CDTF">2026-08-31T09:44:11Z</dcterms:modified>
</cp:coreProperties>
</file>