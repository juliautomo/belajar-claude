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4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561320" y="54864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6849F6"/>
          </a:solidFill>
          <a:ln/>
        </p:spPr>
      </p:sp>
      <p:sp>
        <p:nvSpPr>
          <p:cNvPr id="6" name="Text 4"/>
          <p:cNvSpPr/>
          <p:nvPr/>
        </p:nvSpPr>
        <p:spPr>
          <a:xfrm>
            <a:off x="10561320" y="548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Claude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Akun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Kenalan dengan Claude, buat akun pertamamu, dan pahami dasar interface-nya.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Claude &amp; Setup Akun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CLAUDE?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adalah AI assistant yang membantu kamu membuat sesuatu — menulis, menganalisis, merangkum, dan menyusun dokumen — menggunakan bahasa sehari-hari. Kamu tidak perlu mencari menu tertentu; cukup jelaskan apa yang ingin kamu capai.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VS GOOGLE VS CHATGPT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membantu mencari informasi. Claude membantu mengolah informasi menjadi hasil yang siap digunakan. Dibanding ChatGPT, Claude punya fitur seperti Projects dan Artifacts yang sangat berguna untuk pekerjaan berulang.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BUTUH APA UNTUK MULAI?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ada prasyarat — cuma butuh email dan browser. Setup akun gratis selesai dalam 5 langkah singkat, lihat di panel sebelah kanan.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78040" y="1325880"/>
            <a:ext cx="4480560" cy="4892040"/>
          </a:xfrm>
          <a:prstGeom prst="roundRect">
            <a:avLst>
              <a:gd name="adj" fmla="val 244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AKUN CLAUDE.AI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2148840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19288" y="21305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claude.ai di browser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2770632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19288" y="27523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Klik “Sign up”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0" y="3392424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19288" y="33741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Daftar pakai email / akun Google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4014216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19288" y="39959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email, klik link verifikasi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463600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19288" y="46177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Selesai — masuk ke halaman chat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0" y="5303520"/>
            <a:ext cx="3840480" cy="0"/>
          </a:xfrm>
          <a:prstGeom prst="line">
            <a:avLst/>
          </a:prstGeom>
          <a:noFill/>
          <a:ln w="12700">
            <a:solidFill>
              <a:srgbClr val="DCD3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5440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Versi gratis sudah lebih dari cukup untuk belajar di kursus ini.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Claude &amp; Setup Akun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Paket yang Tepat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Limit pesan harian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Cocok untuk belajar &amp; pemakaian ringan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Akses model dasar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 (BERBAYAR)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Limit pesan jauh lebih banyak + model canggih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Akses Cowork — kerja non-teknis multi-file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657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Akses Claude Code — coding di terminal/IDE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OPSI LAIN UNTUK KEBUTUHAN LEBIH BESAR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56048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02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849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76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 &amp; penggunaan jauh lebih tinggi dari Pro, untuk pemakaian sangat intensif.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956048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5102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849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5376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perusahaan kecil-menengah — kolaborasi, admin console, keamanan.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956048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5102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849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75320" y="5376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organisasi besar — kontrol akses, audit, dukungan implementasi.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1 — Apa itu Claude &amp; Setup Akun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Orientasi Interface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02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3134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Layar utama tempat kamu ngobrol dengan Claude. Tiap “New Chat” = percakapan baru.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002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3134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Folder untuk kerjaan berulang, lengkap dengan instruksi standar yang selalu diingat.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23697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mengingat konteks dari percakapan sebelumnya, tanpa dijelaskan ulang.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31089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337560"/>
            <a:ext cx="502920" cy="50292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323697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panjang (dokumen, kode, tabel) muncul di panel terpisah yang bisa diedit.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251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luar 4 area utama: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Cowork (kerja non-teknis multi-file) dan Claude Code (coding) tersedia mulai paket Pro.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EXERCISE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5230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akun Claude gratis, lalu kirim prompt pertamamu: “Saya punya usaha kecil dan sering harus membalas chat pelanggan. Bisa bantu jelaskan bagaimana kamu bisa membantu saya?” Baca jawaban Claude sampai selesai, dan perhatikan gaya bahasanya.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2026-07-10T05:03:22Z</dcterms:created>
  <dcterms:modified xsi:type="dcterms:W3CDTF">2026-07-10T05:03:22Z</dcterms:modified>
</cp:coreProperties>
</file>