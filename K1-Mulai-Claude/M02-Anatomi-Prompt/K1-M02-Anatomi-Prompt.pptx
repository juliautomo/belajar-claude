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8851" y="0"/>
            <a:ext cx="4632844" cy="6858000"/>
          </a:xfrm>
          <a:prstGeom prst="rect">
            <a:avLst/>
          </a:prstGeom>
          <a:solidFill>
            <a:srgbClr val="141D3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0618927" y="384048"/>
            <a:ext cx="1024128" cy="384048"/>
          </a:xfrm>
          <a:prstGeom prst="roundRect">
            <a:avLst>
              <a:gd name="adj" fmla="val 23810"/>
            </a:avLst>
          </a:prstGeom>
          <a:solidFill>
            <a:srgbClr val="6849F6"/>
          </a:solidFill>
          <a:ln/>
        </p:spPr>
      </p:sp>
      <p:sp>
        <p:nvSpPr>
          <p:cNvPr id="5" name="Text 3"/>
          <p:cNvSpPr/>
          <p:nvPr/>
        </p:nvSpPr>
        <p:spPr>
          <a:xfrm>
            <a:off x="10618927" y="384048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2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MULAI DENGAN CLAUDE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7589520" cy="163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Anatomi Prompt yang Menghasilkan Output Bagus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4470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50" dirty="0">
                <a:solidFill>
                  <a:srgbClr val="B7C0D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Cara menyusun instruksi yang jelas — framework R-K-T-F.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Anatomi Prompt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Elemen Prompt: Role + Konteks + Tugas + Format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94415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adalah pesan atau instruksi yang kamu ketik ke Claude. Prompt adalah satu-satunya cara kamu "mengendalikan" Claude — semakin jelas prompt-mu, semakin sesuai hasilnya. Contoh nyata untuk kasus membalas chat pelanggan (studi kasus toko sepatu online):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45512"/>
            <a:ext cx="2581580" cy="1700540"/>
          </a:xfrm>
          <a:prstGeom prst="roundRect">
            <a:avLst>
              <a:gd name="adj" fmla="val 537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646680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646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1016" y="2628392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3067304"/>
            <a:ext cx="2179244" cy="87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"Bertindaklah sebagai customer service yang ramah dan solutif."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86252" y="2445512"/>
            <a:ext cx="2581580" cy="1700540"/>
          </a:xfrm>
          <a:prstGeom prst="roundRect">
            <a:avLst>
              <a:gd name="adj" fmla="val 537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87420" y="2646680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15" name="Text 13"/>
          <p:cNvSpPr/>
          <p:nvPr/>
        </p:nvSpPr>
        <p:spPr>
          <a:xfrm>
            <a:off x="3587420" y="2646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08628" y="2628392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Konteks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87420" y="3067304"/>
            <a:ext cx="2179244" cy="87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"Saya jualan sepatu online, pelanggan bernama Rina baru saja komplain sepatunya sobek setelah dipakai 3 hari."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23864" y="2445512"/>
            <a:ext cx="2581580" cy="1700540"/>
          </a:xfrm>
          <a:prstGeom prst="roundRect">
            <a:avLst>
              <a:gd name="adj" fmla="val 537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5032" y="2646680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25032" y="2646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46240" y="2628392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Tugas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25032" y="3067304"/>
            <a:ext cx="2179244" cy="87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"Balas komplain Rina, tawarkan penggantian sepatu baru gratis, minta dia kirim foto kerusakan dulu."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061475" y="2445512"/>
            <a:ext cx="2581580" cy="1700540"/>
          </a:xfrm>
          <a:prstGeom prst="roundRect">
            <a:avLst>
              <a:gd name="adj" fmla="val 5377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62643" y="2646680"/>
            <a:ext cx="384048" cy="384048"/>
          </a:xfrm>
          <a:prstGeom prst="ellipse">
            <a:avLst/>
          </a:prstGeom>
          <a:solidFill>
            <a:srgbClr val="6849F6"/>
          </a:solidFill>
          <a:ln/>
        </p:spPr>
      </p:sp>
      <p:sp>
        <p:nvSpPr>
          <p:cNvPr id="25" name="Text 23"/>
          <p:cNvSpPr/>
          <p:nvPr/>
        </p:nvSpPr>
        <p:spPr>
          <a:xfrm>
            <a:off x="9262643" y="2646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783851" y="2628392"/>
            <a:ext cx="16580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Format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262643" y="3067304"/>
            <a:ext cx="2179244" cy="877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"Tulis sebagai pesan chat WhatsApp, 3-4 kalimat, nada minta maaf tapi tetap profesional."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383796"/>
            <a:ext cx="11094415" cy="1429283"/>
          </a:xfrm>
          <a:prstGeom prst="roundRect">
            <a:avLst>
              <a:gd name="adj" fmla="val 6398"/>
            </a:avLst>
          </a:prstGeom>
          <a:solidFill>
            <a:srgbClr val="141D33"/>
          </a:solidFill>
          <a:ln w="12700">
            <a:solidFill>
              <a:srgbClr val="6849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603252"/>
            <a:ext cx="10655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" kern="0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DIGABUNG JADI SATU PROMPT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68096" y="4950724"/>
            <a:ext cx="10655503" cy="642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7CDE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Bertindaklah sebagai customer service yang ramah dan solutif. Saya jualan sepatu online, pelanggan bernama Rina baru saja komplain sepatunya sobek setelah dipakai 3 hari. Balas komplain Rina, tawarkan penggantian sepatu baru gratis, minta dia kirim foto kerusakan dulu. Tulis sebagai pesan chat WhatsApp, 3-4 kalimat, nada minta maaf tapi tetap profesional.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Anatomi Prompt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"Tolong Buatkan Email" Gagal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4415" cy="1236853"/>
          </a:xfrm>
          <a:prstGeom prst="roundRect">
            <a:avLst>
              <a:gd name="adj" fmla="val 739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2996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ANALOGI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377440"/>
            <a:ext cx="10692079" cy="4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Anggap prompt sebagai instruksi kerja yang kamu kasih ke karyawan baru — karyawan baru tidak tahu bisnismu, kebiasaanmu, atau standar yang kamu mau. Kalau instruksinya jelas, hasil kerjanya jauh lebih tepat dan kamu tidak perlu revisi berkali-kali.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03397"/>
            <a:ext cx="11094415" cy="748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seperti "tolong buatkan email" terlalu umum — Claude tidak tahu email tentang apa, ke siapa, nada bicaranya seperti apa. Hasilnya jadi generik dan sering harus diedit ulang total. Claude tidak bisa membaca pikiran kamu — semakin lengkap detail yang kamu kasih (nama produk, harga, situasi pelanggan), semakin dekat hasilnya dengan yang kamu butuhkan, dan semakin sedikit revisi.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289242"/>
            <a:ext cx="11094415" cy="1236853"/>
          </a:xfrm>
          <a:prstGeom prst="roundRect">
            <a:avLst>
              <a:gd name="adj" fmla="val 739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4490410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FRAMEWORK R-K-T-F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49808" y="4837882"/>
            <a:ext cx="10692079" cy="4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Susun promptmu dengan urutan ini setiap kali: mulai dari Role (siapa Claude), lalu Konteks situasi, Tugas yang jelas, tutup dengan Format output yang kamu mau.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Anatomi Prompt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Prompt Buruk vs Baik untuk 3 Situasi Kerja Nyata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4415" cy="1528540"/>
          </a:xfrm>
          <a:prstGeom prst="roundRect">
            <a:avLst>
              <a:gd name="adj" fmla="val 5982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993392"/>
            <a:ext cx="107652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Situasi 1 — Pelanggan Tanya Stok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2258568"/>
            <a:ext cx="10765231" cy="206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✕  Buruk: "Balesin chat ini"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2510346"/>
            <a:ext cx="10765231" cy="430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Baik: "Saya jualan baju online. Pelanggan tanya apakah size M warna hitam masih ada. Stok masih ada 3. Balas dengan ramah dan singkat, ajak dia checkout."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13232" y="2996057"/>
            <a:ext cx="10765231" cy="19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berhasil: ada konteks jelas (produk, stok), tugas spesifik (ajak checkout), dan format (ramah, singkat).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503644"/>
            <a:ext cx="11094415" cy="1528540"/>
          </a:xfrm>
          <a:prstGeom prst="roundRect">
            <a:avLst>
              <a:gd name="adj" fmla="val 5982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3668236"/>
            <a:ext cx="107652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Situasi 2 — Pelanggan Komplain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13232" y="3933412"/>
            <a:ext cx="10765231" cy="206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✕  Buruk: "Buatkan balasan komplain"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" y="4185190"/>
            <a:ext cx="10765231" cy="430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Baik: "Pelanggan komplain baju yang diterima ukurannya kekecilan. Saya mau tawarkan tukar size gratis. Tulis balasan yang empatik, minta maaf, dan jelaskan cara tukarnya."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13232" y="4670901"/>
            <a:ext cx="10765231" cy="19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berhasil: menyebutkan solusi konkret yang mau ditawarkan dan nada yang diinginkan.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5178489"/>
            <a:ext cx="11094415" cy="1528540"/>
          </a:xfrm>
          <a:prstGeom prst="roundRect">
            <a:avLst>
              <a:gd name="adj" fmla="val 5982"/>
            </a:avLst>
          </a:prstGeom>
          <a:solidFill>
            <a:srgbClr val="F4F6FB"/>
          </a:solidFill>
          <a:ln w="12700">
            <a:solidFill>
              <a:srgbClr val="D6DC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5343080"/>
            <a:ext cx="1076523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Situasi 3 — Follow-up Pelanggan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" y="5608256"/>
            <a:ext cx="10765231" cy="206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✕  Buruk: "Bikin pesan follow up"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13232" y="5860034"/>
            <a:ext cx="10765231" cy="430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✓  Baik: "Pelanggan sudah checkout 3 hari lalu tapi belum bayar. Tulis pesan follow-up yang sopan, tidak memaksa, ingatkan batas waktu pembayaran 24 jam lagi."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13232" y="6345745"/>
            <a:ext cx="10765231" cy="196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Kenapa berhasil: ada detail waktu (3 hari, 24 jam) dan batasan nada (tidak memaksa).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Anatomi Prompt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Ringkasan Modul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11094415" cy="1517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Prompt adalah instruksi kamu ke Claude — kualitas prompt menentukan kualitas hasil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Prompt yang baik punya 4 elemen: Role, Konteks, Tugas, Format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Prompt yang terlalu umum menghasilkan output generik yang perlu banyak revisi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Semakin spesifik detail yang kamu berikan, semakin dekat hasilnya dengan kebutuhan aslimu</a:t>
            </a:r>
            <a:endParaRPr lang="en-US" sz="13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 Gunakan urutan R-K-T-F (Role → Konteks → Tugas → Format) setiap menulis prompt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583876"/>
            <a:ext cx="11094415" cy="1236853"/>
          </a:xfrm>
          <a:prstGeom prst="roundRect">
            <a:avLst>
              <a:gd name="adj" fmla="val 7393"/>
            </a:avLst>
          </a:prstGeom>
          <a:solidFill>
            <a:srgbClr val="F3F0FF"/>
          </a:solidFill>
          <a:ln w="12700">
            <a:solidFill>
              <a:srgbClr val="DCD3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785044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4B36C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◆  KESALAHAN UMUM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49808" y="4132516"/>
            <a:ext cx="10692079" cy="4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Menulis prompt sepanjang paragraf tapi tanpa struktur jelas. Lebih baik prompt pendek tapi punya role-konteks-tugas-format yang jelas, daripada prompt panjang tapi berantakan.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D13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12191695" cy="41148"/>
          </a:xfrm>
          <a:prstGeom prst="rect">
            <a:avLst/>
          </a:prstGeom>
          <a:solidFill>
            <a:srgbClr val="6849F6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2560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belajar</a:t>
            </a:r>
            <a:pPr indent="0" marL="0">
              <a:buNone/>
            </a:pPr>
            <a:r>
              <a:rPr lang="en-US" sz="2000" b="1" dirty="0">
                <a:solidFill>
                  <a:srgbClr val="8B7CF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claude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943600" y="27432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9AA2B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Modul 02 — Latihan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321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Latihan &amp; Output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11094415" cy="1480376"/>
          </a:xfrm>
          <a:prstGeom prst="roundRect">
            <a:avLst>
              <a:gd name="adj" fmla="val 6177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029968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LATIHAN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49808" y="2377440"/>
            <a:ext cx="10692079" cy="730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Ambil prompt buruk ini: "Balesin chat pelanggan komplain barang rusak". Tulis ulang jadi prompt yang baik menggunakan framework R-K-T-F. Sertakan: role yang sesuai, jenis usahamu, apa yang rusak, solusi yang mau kamu tawarkan (ganti barang/refund), dan minta Claude membalas dengan nada empatik.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46920"/>
            <a:ext cx="11094415" cy="1236853"/>
          </a:xfrm>
          <a:prstGeom prst="roundRect">
            <a:avLst>
              <a:gd name="adj" fmla="val 7393"/>
            </a:avLst>
          </a:prstGeom>
          <a:solidFill>
            <a:srgbClr val="EAFAF0"/>
          </a:solidFill>
          <a:ln w="12700">
            <a:solidFill>
              <a:srgbClr val="B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748087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" kern="0" dirty="0">
                <a:solidFill>
                  <a:srgbClr val="1A7A4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■  OUTPUT YANG DIHARAPKAN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49808" y="4095559"/>
            <a:ext cx="10692079" cy="487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328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prompt lengkap (Role-Konteks-Tugas-Format) yang menghasilkan balasan chat siap kirim ke pelanggan — bukan draft generik yang masih perlu diedit banyak.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2026-07-18T04:07:34Z</dcterms:created>
  <dcterms:modified xsi:type="dcterms:W3CDTF">2026-07-18T04:07:34Z</dcterms:modified>
</cp:coreProperties>
</file>