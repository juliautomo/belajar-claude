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8851" y="0"/>
            <a:ext cx="4632844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618927" y="384048"/>
            <a:ext cx="1024128" cy="384048"/>
          </a:xfrm>
          <a:prstGeom prst="roundRect">
            <a:avLst>
              <a:gd name="adj" fmla="val 23810"/>
            </a:avLst>
          </a:prstGeom>
          <a:solidFill>
            <a:srgbClr val="6849F6"/>
          </a:solidFill>
          <a:ln/>
        </p:spPr>
      </p:sp>
      <p:sp>
        <p:nvSpPr>
          <p:cNvPr id="5" name="Text 3"/>
          <p:cNvSpPr/>
          <p:nvPr/>
        </p:nvSpPr>
        <p:spPr>
          <a:xfrm>
            <a:off x="10618927" y="38404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PRODUKTIVITAS KANTOR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7589520" cy="886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Chaining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7211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kompleks dari langkah sederhana.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06 — Prompt Chaining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itu Prompt Chaining?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SATU STEP JADI INPUT STEP BERIKUTNYA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112264"/>
            <a:ext cx="11094415" cy="26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1 → Output 1 → Prompt 2 → Output 2 → Prompt 3 → Output Final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17973"/>
            <a:ext cx="11094415" cy="24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Satu prompt menghasilkan output. Output itu jadi input untuk prompt berikutnya. Setiap step membangun di atas konteks yang sudah ada.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050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KAPAN DIBUTUHKAN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334268"/>
            <a:ext cx="11094415" cy="87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Output yang terlalu kompleks untuk 1 prompt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Tugas yang punya tahapan logis — riset → draft → review → finalisasi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Kalau 1 prompt menghasilkan hasil yang dangkal atau generik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06 — Prompt Chaining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Nyata: Proposal Reseller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CHAIN 4 STEP UNTUK KERJASAMA BANDUNG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2581580" cy="1919935"/>
          </a:xfrm>
          <a:prstGeom prst="roundRect">
            <a:avLst>
              <a:gd name="adj" fmla="val 4763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313432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1016" y="2295144"/>
            <a:ext cx="1658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Riset &amp; Profil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734056"/>
            <a:ext cx="2179244" cy="1096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"Calon reseller: toko fashion Bandung, 2 tahun jualan, follower 8.000. Buat profil, apa yang mereka cari, kekhawatiran mereka."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6252" y="2112264"/>
            <a:ext cx="2581580" cy="1919935"/>
          </a:xfrm>
          <a:prstGeom prst="roundRect">
            <a:avLst>
              <a:gd name="adj" fmla="val 4763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87420" y="2313432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5" name="Text 13"/>
          <p:cNvSpPr/>
          <p:nvPr/>
        </p:nvSpPr>
        <p:spPr>
          <a:xfrm>
            <a:off x="358742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08628" y="2295144"/>
            <a:ext cx="1658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Kerangka Proposal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87420" y="2734056"/>
            <a:ext cx="2179244" cy="1096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"Berdasarkan profil tadi, buat kerangka proposal yang jawab kekhawatiran mereka. 5 section dengan heading."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3864" y="2112264"/>
            <a:ext cx="2581580" cy="1919935"/>
          </a:xfrm>
          <a:prstGeom prst="roundRect">
            <a:avLst>
              <a:gd name="adj" fmla="val 4763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25032" y="2313432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0" name="Text 18"/>
          <p:cNvSpPr/>
          <p:nvPr/>
        </p:nvSpPr>
        <p:spPr>
          <a:xfrm>
            <a:off x="6425032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6240" y="2295144"/>
            <a:ext cx="1658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Tulis Lengkap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25032" y="2734056"/>
            <a:ext cx="2179244" cy="1096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"Tulis proposal lengkap berdasarkan kerangka tadi. Tone profesional tapi hangat, 400-500 kata."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61475" y="2112264"/>
            <a:ext cx="2581580" cy="1919935"/>
          </a:xfrm>
          <a:prstGeom prst="roundRect">
            <a:avLst>
              <a:gd name="adj" fmla="val 4763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62643" y="2313432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5" name="Text 23"/>
          <p:cNvSpPr/>
          <p:nvPr/>
        </p:nvSpPr>
        <p:spPr>
          <a:xfrm>
            <a:off x="9262643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83851" y="2295144"/>
            <a:ext cx="1658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&amp; Perkuat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62643" y="2734056"/>
            <a:ext cx="2179244" cy="1096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"Identifikasi 3 bagian paling lemah dari proposal ini dan tulis ulang agar lebih meyakinkan."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269943"/>
            <a:ext cx="11094415" cy="23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Hasil: output kompleks yang biasanya butuh 2 jam, selesai dalam 25 menit.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06 — Prompt Chaining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Aturan Prompt Chaining Efektif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SUPAYA CHAIN KAMU BENAR-BENAR BEKERJA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112264"/>
            <a:ext cx="11094415" cy="150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 Tetap di satu chat — jangan buka chat baru di tengah chain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 Review output di setiap step — sebelum lanjut ke step berikutnya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 Mulai dari yang luas, semakin spesifik — setiap step makin detail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 Gunakan "dari hasil tadi..." — untuk merujuk ke output sebelumnya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 Step terakhir selalu review — "identifikasi 3 bagian paling lemah dan perbaiki"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598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 CHAIN UNTUK BISNISMU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189032"/>
            <a:ext cx="11094415" cy="58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Konten Bulanan: Riset trend → Kalender konten → Draft caption → Review &amp; finalisasi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Laporan Performa: Analisis data → Temukan insight → Buat narasi → Slide summary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06 — Prompt Chaining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&amp; Output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BANDINGKAN CHAIN VS. SATU PROMPT LANGSUNG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11094415" cy="1236853"/>
          </a:xfrm>
          <a:prstGeom prst="roundRect">
            <a:avLst>
              <a:gd name="adj" fmla="val 7393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13432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 LATIHAN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2660904"/>
            <a:ext cx="10692079" cy="48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Pilih satu tugas yang biasanya kamu kerjakan dalam beberapa langkah terpisah. Buat chain minimal 3 step. Kerjakan dalam satu chat yang sama. Review output di setiap step sebelum lanjut.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86861"/>
            <a:ext cx="11094415" cy="993331"/>
          </a:xfrm>
          <a:prstGeom prst="roundRect">
            <a:avLst>
              <a:gd name="adj" fmla="val 9205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788029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 OUTPUT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9808" y="4135501"/>
            <a:ext cx="10692079" cy="243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output final dari chain minimal 3 step. Bandingkan hasilnya dengan satu prompt langsung — mana yang lebih baik?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06 — Prompt Chaining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Up: Dokumen Jadi File Asli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BONUS — HASIL AKHIR CHAIN BISA LANGSUNG JADI FILE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11094415" cy="1480376"/>
          </a:xfrm>
          <a:prstGeom prst="roundRect">
            <a:avLst>
              <a:gd name="adj" fmla="val 6177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13432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 KAPAN DIPAKAI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2660904"/>
            <a:ext cx="10692079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Proposal hasil chain 4 step masih berupa teks di chat — masih perlu disalin manual ke Word. Langkah terakhir yang sering kelewat: minta Claude langsung hasilkan filenya. Claude bisa membuat Word (.docx) atau PDF asli, lengkap dengan heading dan format rapi, siap dilampirkan ke email.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30384"/>
            <a:ext cx="11094415" cy="1214984"/>
          </a:xfrm>
          <a:prstGeom prst="roundRect">
            <a:avLst>
              <a:gd name="adj" fmla="val 7526"/>
            </a:avLst>
          </a:prstGeom>
          <a:solidFill>
            <a:srgbClr val="141D33"/>
          </a:solidFill>
          <a:ln w="12700">
            <a:solidFill>
              <a:srgbClr val="6849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4049840"/>
            <a:ext cx="10655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PROMPT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8096" y="4397312"/>
            <a:ext cx="10655503" cy="4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Dari proposal yang sudah kita perkuat tadi, buatkan sebagai dokumen Word (.docx) yang rapi: judul, heading per section, paragraf yang sudah diformat, dan siap saya lampirkan langsung ke email tanpa perlu saya susun ulang di Word.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2026-07-22T11:04:06Z</dcterms:created>
  <dcterms:modified xsi:type="dcterms:W3CDTF">2026-07-22T11:04:06Z</dcterms:modified>
</cp:coreProperties>
</file>