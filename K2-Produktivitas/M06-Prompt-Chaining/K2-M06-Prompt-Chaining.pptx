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58851" y="0"/>
            <a:ext cx="4632844" cy="6858000"/>
          </a:xfrm>
          <a:prstGeom prst="rect">
            <a:avLst/>
          </a:prstGeom>
          <a:solidFill>
            <a:srgbClr val="141D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8927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</p:sp>
      <p:sp>
        <p:nvSpPr>
          <p:cNvPr id="5" name="Text 3"/>
          <p:cNvSpPr/>
          <p:nvPr/>
        </p:nvSpPr>
        <p:spPr>
          <a:xfrm>
            <a:off x="10618927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6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PRODUKTIVITAS KANTOR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7589520" cy="886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Chaining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7211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Output kompleks dari langkah sederhana.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06 — Prompt Chaining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Apa itu Prompt Chaining?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OUTPUT SATU STEP JADI INPUT STEP BERIKUTNYA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112264"/>
            <a:ext cx="11094415" cy="268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1 → Output 1 → Prompt 2 → Output 2 → Prompt 3 → Output Final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517973"/>
            <a:ext cx="11094415" cy="2493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prompt menghasilkan output. Output itu jadi input untuk prompt berikutnya. Setiap step membangun di atas konteks yang sudah ada.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300508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KAPAN DIBUTUHKAN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3334268"/>
            <a:ext cx="11094415" cy="876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Output yang terlalu kompleks untuk 1 prompt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Tugas yang punya tahapan logis — riset → draft → review → finalisasi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Kalau satu prompt menghasilkan hasil yang dangkal atau generik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06 — Prompt Chaining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Contoh Nyata: Proposal Reseller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RINA — CHAIN 4 STEP UNTUK KERJASAMA BANDUNG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2581580" cy="1919935"/>
          </a:xfrm>
          <a:prstGeom prst="roundRect">
            <a:avLst>
              <a:gd name="adj" fmla="val 4763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9808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71016" y="2295144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Riset &amp; Profil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" y="2734056"/>
            <a:ext cx="2179244" cy="1096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"Calon reseller: toko fashion Bandung, 2 tahun jualan, follower 8.000. Buat profil, apa yang mereka cari, kekhawatiran mereka."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386252" y="2112264"/>
            <a:ext cx="2581580" cy="1919935"/>
          </a:xfrm>
          <a:prstGeom prst="roundRect">
            <a:avLst>
              <a:gd name="adj" fmla="val 4763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87420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3587420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108628" y="2295144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Struktur Proposal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587420" y="2734056"/>
            <a:ext cx="2179244" cy="1096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"Berdasarkan profil tadi, buat kerangka proposal yang jawab kekhawatiran mereka. 5 section dengan heading."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23864" y="2112264"/>
            <a:ext cx="2581580" cy="1919935"/>
          </a:xfrm>
          <a:prstGeom prst="roundRect">
            <a:avLst>
              <a:gd name="adj" fmla="val 4763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25032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0" name="Text 18"/>
          <p:cNvSpPr/>
          <p:nvPr/>
        </p:nvSpPr>
        <p:spPr>
          <a:xfrm>
            <a:off x="6425032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946240" y="2295144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Tulis Lengkap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25032" y="2734056"/>
            <a:ext cx="2179244" cy="1096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"Tulis proposal lengkap berdasarkan kerangka tadi. Tone profesional tapi hangat, 400-500 kata."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61475" y="2112264"/>
            <a:ext cx="2581580" cy="1919935"/>
          </a:xfrm>
          <a:prstGeom prst="roundRect">
            <a:avLst>
              <a:gd name="adj" fmla="val 4763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262643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5" name="Text 23"/>
          <p:cNvSpPr/>
          <p:nvPr/>
        </p:nvSpPr>
        <p:spPr>
          <a:xfrm>
            <a:off x="9262643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783851" y="2295144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Review &amp; Perkuat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262643" y="2734056"/>
            <a:ext cx="2179244" cy="1096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"Identifikasi 3 bagian paling lemah dari proposal ini dan tulis ulang agar lebih meyakinkan."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4269943"/>
            <a:ext cx="11094415" cy="23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Hasil: output kompleks yang biasanya butuh 2 jam, selesai dalam 25 menit.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06 — Prompt Chaining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 Aturan Prompt Chaining Efektif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SUPAYA CHAIN KAMU BENAR-BENAR BEKERJA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112264"/>
            <a:ext cx="11094415" cy="1509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1.  Tetap di satu chat — jangan buka chat baru di tengah chain</a:t>
            </a:r>
            <a:endParaRPr lang="en-US" sz="13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2.  Review output di setiap step — sebelum lanjut ke step berikutnya</a:t>
            </a:r>
            <a:endParaRPr lang="en-US" sz="13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3.  Mulai dari yang luas, semakin spesifik — setiap step makin detail</a:t>
            </a:r>
            <a:endParaRPr lang="en-US" sz="13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4.  Gunakan "dari hasil tadi..." — untuk merujuk ke output sebelumnya</a:t>
            </a:r>
            <a:endParaRPr lang="en-US" sz="13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5.  Step terakhir selalu review — "identifikasi 3 bagian paling lemah dan perbaiki"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38598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 CHAIN UNTUK BISNISMU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4189032"/>
            <a:ext cx="11094415" cy="584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Konten bulanan: Riset trend → Kalender konten → Draft caption → Review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Laporan performa: Analisis data → Insight → Narasi → Slide summary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06 — Prompt Chaining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&amp; Output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BANDINGKAN CHAIN VS. SATU PROMPT LANGSUNG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11094415" cy="1236853"/>
          </a:xfrm>
          <a:prstGeom prst="roundRect">
            <a:avLst>
              <a:gd name="adj" fmla="val 7393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LATIHAN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10692079" cy="4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Pilih satu tugas yang biasanya kamu kerjakan dalam beberapa langkah terpisah. Buat chain minimal 3 step. Kerjakan dalam satu chat yang sama. Review output di setiap step sebelum lanjut.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586861"/>
            <a:ext cx="11094415" cy="993331"/>
          </a:xfrm>
          <a:prstGeom prst="roundRect">
            <a:avLst>
              <a:gd name="adj" fmla="val 9205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3788029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OUTPUT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49808" y="4135501"/>
            <a:ext cx="10692079" cy="243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 output final dari chain minimal 3 step. Bandingkan hasilnya dengan satu prompt langsung — mana yang lebih baik?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2026-07-18T03:51:30Z</dcterms:created>
  <dcterms:modified xsi:type="dcterms:W3CDTF">2026-07-18T03:51:30Z</dcterms:modified>
</cp:coreProperties>
</file>