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Batch Prompting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Kerjakan 20 hal dalam satu prompt.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Apa itu Batch Prompting?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PROMPT, BANYAK OUTPUT SEKALIGUS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959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Batch prompting adalah cara memberi Claude satu set instruksi + daftar item sekaligus, supaya semuanya diproses dalam satu kali jalan — bukan satu per satu secara manual. Cocok untuk pekerjaan apapun yang butuh perlakuan sama di banyak item: deskripsi produk, ringkasan review, balasan template, kategori data, dan sejenisnya. Contohnya: 20 item yang butuh diproses satu-satu — dengan cara biasa: 20 prompt terpisah, 20 copy-paste, 40 menit. Dengan batch prompting: 1 prompt, 20 hasil, 5 menit.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327400"/>
            <a:ext cx="11094415" cy="2416835"/>
          </a:xfrm>
          <a:prstGeom prst="roundRect">
            <a:avLst>
              <a:gd name="adj" fmla="val 3783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546856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 BATCH 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89432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STRUKTUR: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8096" y="4150360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[Instruksi yang berlaku untuk SEMUA item]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68096" y="447438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FORMAT: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68096" y="4730420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[tentukan struktur output per item]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68096" y="505444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DAFTAR: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68096" y="5310480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[item pertama]   2. [item kedua]   3. [item ketiga] ...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Contoh Nyata yang Bisa Kamu Pakai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KASUS PAKAI BATCH PROMPTING SEHARI-HARI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37480" cy="1353144"/>
          </a:xfrm>
          <a:prstGeom prst="roundRect">
            <a:avLst>
              <a:gd name="adj" fmla="val 6758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Deskripsi Produk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5071720" cy="60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"Tulis deskripsi produk untuk tiap item. Format: Nama, Deskripsi 2 kalimat, Highlight 3 bullet. Produk: 1. Kemeja linen putih... 2. Celana kulot hitam..."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05576" y="2112264"/>
            <a:ext cx="5437480" cy="1353144"/>
          </a:xfrm>
          <a:prstGeom prst="roundRect">
            <a:avLst>
              <a:gd name="adj" fmla="val 6758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8456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845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82232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Klasifikasi Pesan (DM/WA)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679192"/>
            <a:ext cx="5071720" cy="60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"Klasifikasikan tiap pesan: KOMPLAIN/PERTANYAAN/PUJIAN/PERMINTAAN + urgensi. Pesan: 1. 'Halo, saya mau tanya paket kelola Instagram berapa ya?'"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48288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831168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83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25296" y="3803736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Ringkasan Email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215216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"Ringkas tiap email dalam 1 kalimat — sebutkan pengirim + apa yang diminta. Email 1: [paste] Email 2: [paste]"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05576" y="3648288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8456" y="3831168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6388456" y="383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82232" y="3803736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Variasi Caption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8456" y="4215216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 5 variasi caption untuk produk yang sama — tone berbeda tiap versi: santai, inspiratif, edukatif, FOMO, relatable."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Kapan Tidak Pakai Batch Prompting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BATASAN YANG PERLU DIPERHATIKAN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1168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setiap item butuh konteks yang sangat berbeda satu sama lain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output satu item bergantung pada output item lain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kamu butuh review mendalam per item — bukan proses cepat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jumlah item lebih dari ~30 (pecah jadi beberapa batch)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518916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720084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49808" y="4067556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5–10 item sejenis dari pekerjaanmu: deskripsi produk, email template, ringkasan, atau apapun. Tulis satu batch prompt dengan instruksi + format + semua item. Proses sekaligus. Simpan prompt sebagai template.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993513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5194681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49808" y="5542153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5–10 output terproses sekaligus. 1 template prompt tersimpan untuk dipakai lagi.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Batch Output Tracker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JANGAN CUMA SCROLL 20 HASIL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KAPAN DIPAKAI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Batch prompting menghasilkan banyak output sekaligus — kalau cuma jadi teks panjang, gampang lupa mana yang sudah diproses. Minta Claude susun hasilnya sebagai daftar tercentang, supaya kamu bisa pantau progres saat menindaklanjuti satu per satu.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86861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806317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153789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hasil klasifikasi 10 pesan tadi (Latihan C di k2-m5-latihan-batch.txt), buatkan saya 1 halaman HTML: daftar tercentang per pesan, dengan kategori dan urgensi sebagai label warna, dan checkbox “sudah ditindaklanjuti”. Simpan sebagai 1 file yang bisa saya buka sambil kerja.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2026-07-22T06:33:41Z</dcterms:created>
  <dcterms:modified xsi:type="dcterms:W3CDTF">2026-07-22T06:33:41Z</dcterms:modified>
</cp:coreProperties>
</file>