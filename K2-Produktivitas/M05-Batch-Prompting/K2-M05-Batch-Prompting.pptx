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0791" cy="6858000"/>
          </a:xfrm>
          <a:prstGeom prst="rect">
            <a:avLst/>
          </a:prstGeom>
          <a:solidFill>
            <a:srgbClr val="14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2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29800" y="347472"/>
            <a:ext cx="1965960" cy="420624"/>
          </a:xfrm>
          <a:prstGeom prst="roundRect">
            <a:avLst>
              <a:gd name="adj" fmla="val 22000"/>
            </a:avLst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347472"/>
            <a:ext cx="1965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MODUL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7680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Batch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B7C0D8"/>
                </a:solidFill>
                <a:latin typeface="Arial"/>
              </a:rPr>
              <a:t>Kerjakan 20 hal dalam satu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72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2B4"/>
                </a:solidFill>
                <a:latin typeface="Arial"/>
              </a:rPr>
              <a:t>Produktivitas Kantor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05 — Batch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Apa itu Batch Prompting?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SATU PROMPT, BANYAK OUTPUT SEKALIGUS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3283A"/>
                </a:solidFill>
                <a:latin typeface="Arial"/>
              </a:rPr>
              <a:t>Kamu berikan Claude satu set instruksi + daftar item — Claude proses semua sekaligus. Berlaku untuk item apapun yang butuh perlakuan sama: deskripsi produk, ringkasan review, balasan template, kategori data, dll.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71800"/>
            <a:ext cx="11155680" cy="2331720"/>
          </a:xfrm>
          <a:prstGeom prst="roundRect">
            <a:avLst>
              <a:gd name="adj" fmla="val 6000"/>
            </a:avLst>
          </a:prstGeom>
          <a:solidFill>
            <a:srgbClr val="0D1321"/>
          </a:solidFill>
          <a:ln w="12700">
            <a:solidFill>
              <a:srgbClr val="6849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72968"/>
            <a:ext cx="1371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849F6"/>
                </a:solidFill>
                <a:latin typeface="Arial"/>
              </a:rPr>
              <a:t>STRUKTUR: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172968"/>
            <a:ext cx="918971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Arial"/>
              </a:rPr>
              <a:t>[Instruksi yang berlaku untuk SEMUA item]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75304"/>
            <a:ext cx="1371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849F6"/>
                </a:solidFill>
                <a:latin typeface="Arial"/>
              </a:rPr>
              <a:t>FORMAT: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575304"/>
            <a:ext cx="918971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Arial"/>
              </a:rPr>
              <a:t>[tentukan struktur output per item]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977640"/>
            <a:ext cx="1371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849F6"/>
                </a:solidFill>
                <a:latin typeface="Arial"/>
              </a:rPr>
              <a:t>DAFTAR: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977640"/>
            <a:ext cx="918971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Arial"/>
              </a:rPr>
              <a:t>1. [item pertama]   2. [item kedua]   3. [item ketiga] 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2377440" cy="384048"/>
          </a:xfrm>
          <a:prstGeom prst="roundRect">
            <a:avLst>
              <a:gd name="adj" fmla="val 22000"/>
            </a:avLst>
          </a:prstGeom>
          <a:solidFill>
            <a:srgbClr val="EA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532120"/>
            <a:ext cx="2377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7A44"/>
                </a:solidFill>
                <a:latin typeface="Arial"/>
              </a:rPr>
              <a:t>Rina: 20 produk → 5 menit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6B7280"/>
                </a:solidFill>
                <a:latin typeface="Arial"/>
              </a:rPr>
              <a:t>Bandingkan: </a:t>
            </a:r>
            <a:r>
              <a:rPr sz="1150" b="0" i="0">
                <a:solidFill>
                  <a:srgbClr val="6B7280"/>
                </a:solidFill>
                <a:latin typeface="Arial"/>
              </a:rPr>
              <a:t>cara biasa 20 prompt terpisah = 40 menit. Batch prompting = 1 prompt, 5 menit.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05 — Batch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4 Contoh Nyata yang Bisa Kamu Pakai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KASUS PAKAI BATCH PROMPTING SEHARI-HARI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08200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8200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DESKRIPSI PRODUK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Tokopedia listing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"Tulis deskripsi produk untuk tiap item. Format: Nama, Deskripsi 2 kalimat, Highlight 3 bullet. Produk: 1. Kemeja linen putih... 2. Celana kulot hitam..."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613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31411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1411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585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KATEGORI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585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Sortir feedback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3585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0901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"Kategorikan tiap review: POSITIF/NEGATIF/NETRAL. Ekstrak poin utama maks 5 kata. Review: 1. 'Baju bagus, jahitan rapi...'"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934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54621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4621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RINGKASAN EMAIL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Inbox penuh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906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222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"Ringkas tiap email dalam 1 kalimat — sebutkan pengirim + apa yang diminta. Email 1: [paste] Email 2: [paste]"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77831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77831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227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VARIASI CAPTION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227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1 konsep, 5 versi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8227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543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"Buat 5 variasi caption untuk produk yang sama — tone berbeda tiap versi: santai, inspiratif, edukatif, FOMO, relatable."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6B7280"/>
                </a:solidFill>
                <a:latin typeface="Arial"/>
              </a:rPr>
              <a:t>Tips: </a:t>
            </a:r>
            <a:r>
              <a:rPr sz="1150" b="0" i="0">
                <a:solidFill>
                  <a:srgbClr val="6B7280"/>
                </a:solidFill>
                <a:latin typeface="Arial"/>
              </a:rPr>
              <a:t>simpan prompt yang berhasil sebagai template — pakai lagi kapanpun perlu.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05 — Batch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Kapan Tidak Pakai Batch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BATASAN YANG PERLU DIPERHATIKAN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1115568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304288"/>
            <a:ext cx="1737360" cy="347472"/>
          </a:xfrm>
          <a:prstGeom prst="roundRect">
            <a:avLst>
              <a:gd name="adj" fmla="val 2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04288"/>
            <a:ext cx="17373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991B1B"/>
                </a:solidFill>
                <a:latin typeface="Arial"/>
              </a:rPr>
              <a:t>PERHATIAN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52928"/>
            <a:ext cx="1069848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Kalau setiap item butuh konteks yang sangat berbeda satu sama lain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Kalau output satu item bergantung pada output item lain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Kalau kamu butuh review mendalam per item — bukan proses cepat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Kalau jumlah item lebih dari ~30 (pecah jadi beberapa batch)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97680"/>
            <a:ext cx="11155680" cy="128016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46227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7A44"/>
                </a:solidFill>
                <a:latin typeface="Arial"/>
              </a:rPr>
              <a:t>■  LATIHAN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828032"/>
            <a:ext cx="10652760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3283A"/>
                </a:solidFill>
                <a:latin typeface="Arial"/>
              </a:rPr>
              <a:t>Pilih 5–10 item sejenis dari pekerjaanmu: deskripsi produk, email template, ringkasan, atau apapun. Tulis satu batch prompt dengan instruksi + format + semua item. Proses sekaligus. Simpan prompt sebagai template.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B36C7"/>
                </a:solidFill>
                <a:latin typeface="Arial"/>
              </a:rPr>
              <a:t>■ 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1"/>
            <a:ext cx="10652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3283A"/>
                </a:solidFill>
                <a:latin typeface="Arial"/>
              </a:rPr>
              <a:t>5–10 output terproses sekaligus. 1 template prompt tersimpan untuk dipakai lagi.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