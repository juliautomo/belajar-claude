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8927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8927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PRODUKTIVITAS KANTOR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Batch Prompting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211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Kerjakan 20 hal dalam satu prompt.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Batch Prompting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Batch Prompting?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PROMPT, BANYAK OUTPUT SEKALIGUS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11094415" cy="49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berikan Claude satu set instruksi + daftar item — Claude proses semua sekaligus. Berlaku untuk item apapun yang butuh perlakuan sama: deskripsi produk, ringkasan review, balasan template, kategori data, dll.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67030"/>
            <a:ext cx="11094415" cy="2416835"/>
          </a:xfrm>
          <a:prstGeom prst="roundRect">
            <a:avLst>
              <a:gd name="adj" fmla="val 3783"/>
            </a:avLst>
          </a:prstGeom>
          <a:solidFill>
            <a:srgbClr val="141D33"/>
          </a:solidFill>
          <a:ln w="12700">
            <a:solidFill>
              <a:srgbClr val="6849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086486"/>
            <a:ext cx="10655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 BATCH PROMPT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3433958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3689990"/>
            <a:ext cx="10655503" cy="2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[Instruksi yang berlaku untuk SEMUA item]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4014018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" y="4270050"/>
            <a:ext cx="10655503" cy="2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[tentukan struktur output per item]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4594078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DAFTAR: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8096" y="4850110"/>
            <a:ext cx="10655503" cy="2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[item pertama]   2. [item kedua]   3. [item ketiga] 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521609"/>
            <a:ext cx="11094415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Rina: 20 produk → 5 menit. Bandingkan: cara biasa 20 prompt terpisah = 40 menit. Batch prompting = 1 prompt, 5 menit.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Batch Prompting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Contoh Nyata yang Bisa Kamu Pakai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KASUS PAKAI BATCH PROMPTING SEHARI-HARI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5437480" cy="1353144"/>
          </a:xfrm>
          <a:prstGeom prst="roundRect">
            <a:avLst>
              <a:gd name="adj" fmla="val 6758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951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267712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Deskripsi Produk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5071720" cy="60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"Tulis deskripsi produk untuk tiap item. Format: Nama, Deskripsi 2 kalimat, Highlight 3 bullet. Produk: 1. Kemeja linen putih... 2. Celana kulot hitam..."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5576" y="2112264"/>
            <a:ext cx="5437480" cy="1353144"/>
          </a:xfrm>
          <a:prstGeom prst="roundRect">
            <a:avLst>
              <a:gd name="adj" fmla="val 6758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8456" y="22951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88456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82232" y="2267712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Kategori 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8456" y="2679192"/>
            <a:ext cx="5071720" cy="60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"Kategorikan tiap review: POSITIF/NEGATIF/NETRAL. Ekstrak poin utama maks 5 kata. Review: 1. 'Baju bagus, jahitan rapi...'"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48288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831168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3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25296" y="3803736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Email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215216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"Ringkas tiap email dalam 1 kalimat — sebutkan pengirim + apa yang diminta. Email 1: [paste] Email 2: [paste]"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5576" y="3648288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8456" y="3831168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88456" y="383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82232" y="3803736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Variasi Caption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8456" y="4215216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"Buat 5 variasi caption untuk produk yang sama — tone berbeda tiap versi: santai, inspiratif, edukatif, FOMO, relatable."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Batch Prompting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Tidak Pakai Batch Prompting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BATASAN YANG PERLU DIPERHATIKAN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11094415" cy="1168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Kalau setiap item butuh konteks yang sangat berbeda satu sama lain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Kalau output satu item bergantung pada output item lain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Kalau kamu butuh review mendalam per item — bukan proses cepat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Kalau jumlah item lebih dari ~30 (pecah jadi beberapa batch)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18916"/>
            <a:ext cx="11094415" cy="1236853"/>
          </a:xfrm>
          <a:prstGeom prst="roundRect">
            <a:avLst>
              <a:gd name="adj" fmla="val 7393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720084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4067556"/>
            <a:ext cx="10692079" cy="4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5–10 item sejenis dari pekerjaanmu: deskripsi produk, email template, ringkasan, atau apapun. Tulis satu batch prompt dengan instruksi + format + semua item. Proses sekaligus. Simpan prompt sebagai template.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93513"/>
            <a:ext cx="11094415" cy="993331"/>
          </a:xfrm>
          <a:prstGeom prst="roundRect">
            <a:avLst>
              <a:gd name="adj" fmla="val 9205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194681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OUTPUT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5542153"/>
            <a:ext cx="10692079" cy="24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5–10 output terproses sekaligus. 1 template prompt tersimpan untuk dipakai lagi.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2026-07-18T03:51:27Z</dcterms:created>
  <dcterms:modified xsi:type="dcterms:W3CDTF">2026-07-18T03:51:27Z</dcterms:modified>
</cp:coreProperties>
</file>