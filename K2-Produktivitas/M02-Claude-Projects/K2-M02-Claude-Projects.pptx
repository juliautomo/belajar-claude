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8927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10618927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PRODUKTIVITAS KANTOR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589520" cy="88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Projects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211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Asisten yang ingat bisnismu.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Claude Projects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 Biasa vs. Claude Projects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PERBEDAAN UTAMA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5410048" cy="1720901"/>
          </a:xfrm>
          <a:prstGeom prst="roundRect">
            <a:avLst>
              <a:gd name="adj" fmla="val 531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 BIASA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660904"/>
            <a:ext cx="5007712" cy="971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Memori direset setiap sesi baru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Harus briefing ulang setiap kali buka chat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Claude tidak ingat nama toko, produk, atau tone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Tidak bisa simpan file referensi secara permanen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2112264"/>
            <a:ext cx="5410048" cy="1720901"/>
          </a:xfrm>
          <a:prstGeom prst="roundRect">
            <a:avLst>
              <a:gd name="adj" fmla="val 531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4176" y="2313432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PROJECTS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34176" y="2660904"/>
            <a:ext cx="5007712" cy="971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Memori permanen — ingat semua konteks bisnismu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Sekali setup, selamanya aktif di semua sesi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Bisa simpan tone, format, dan file referensi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Langsung kerja tanpa briefing ulang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070909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YANG BISA DISIMPAN DI PROJECT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36669"/>
            <a:ext cx="1642262" cy="384048"/>
          </a:xfrm>
          <a:prstGeom prst="roundRect">
            <a:avLst>
              <a:gd name="adj" fmla="val 119048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6669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Nama &amp; info bisnis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37206" y="4436669"/>
            <a:ext cx="1117397" cy="384048"/>
          </a:xfrm>
          <a:prstGeom prst="roundRect">
            <a:avLst>
              <a:gd name="adj" fmla="val 119048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7206" y="4436669"/>
            <a:ext cx="1117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Tone bahasa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00907" y="4436669"/>
            <a:ext cx="1267358" cy="384048"/>
          </a:xfrm>
          <a:prstGeom prst="roundRect">
            <a:avLst>
              <a:gd name="adj" fmla="val 119048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0907" y="4436669"/>
            <a:ext cx="12673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 output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14570" y="4436669"/>
            <a:ext cx="1042416" cy="384048"/>
          </a:xfrm>
          <a:prstGeom prst="roundRect">
            <a:avLst>
              <a:gd name="adj" fmla="val 119048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4570" y="4436669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Price list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03290" y="4436669"/>
            <a:ext cx="1192378" cy="384048"/>
          </a:xfrm>
          <a:prstGeom prst="roundRect">
            <a:avLst>
              <a:gd name="adj" fmla="val 119048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3290" y="4436669"/>
            <a:ext cx="1192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SOP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Claude Projects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Setup dalam 3 Langkah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MULAI — SEKALI SETUP, SELAMANYA AKTIF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3527450" cy="1481145"/>
          </a:xfrm>
          <a:prstGeom prst="roundRect">
            <a:avLst>
              <a:gd name="adj" fmla="val 6174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313432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1016" y="2295144"/>
            <a:ext cx="2603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Project Baru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734056"/>
            <a:ext cx="3125114" cy="65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Klik "New Project" di sidebar kiri Claude. Beri nama project sesuai bisnismu (contoh: "Kasual Studio").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2122" y="2112264"/>
            <a:ext cx="3527450" cy="1481145"/>
          </a:xfrm>
          <a:prstGeom prst="roundRect">
            <a:avLst>
              <a:gd name="adj" fmla="val 6174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3290" y="2313432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3329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54498" y="2295144"/>
            <a:ext cx="2603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Isi Project Instructions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33290" y="2734056"/>
            <a:ext cx="3125114" cy="65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Tulis System Instructions — konteks bisnis, tone, dan format yang Claude baca di setiap sesi dalam project ini.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15605" y="2112264"/>
            <a:ext cx="3527450" cy="1481145"/>
          </a:xfrm>
          <a:prstGeom prst="roundRect">
            <a:avLst>
              <a:gd name="adj" fmla="val 6174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6773" y="2313432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0" name="Text 18"/>
          <p:cNvSpPr/>
          <p:nvPr/>
        </p:nvSpPr>
        <p:spPr>
          <a:xfrm>
            <a:off x="8316773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37981" y="2295144"/>
            <a:ext cx="2603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Mulai Chat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16773" y="2734056"/>
            <a:ext cx="3125114" cy="65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chat di dalam project. Tidak perlu briefing ulang — Claude langsung tahu konteks bisnismu.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31153"/>
            <a:ext cx="11094415" cy="2416835"/>
          </a:xfrm>
          <a:prstGeom prst="roundRect">
            <a:avLst>
              <a:gd name="adj" fmla="val 3783"/>
            </a:avLst>
          </a:prstGeom>
          <a:solidFill>
            <a:srgbClr val="141D33"/>
          </a:solidFill>
          <a:ln w="12700">
            <a:solidFill>
              <a:srgbClr val="6849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4050609"/>
            <a:ext cx="10655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SYSTEM INSTRUCTIONS — COPY &amp; PAKAI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8096" y="4398081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 Tentang Bisnis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68096" y="4654113"/>
            <a:ext cx="10655503" cy="2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Nama: [nama toko]  ·  Produk: [deskripsikan singkat]  ·  Target: [siapa yang beli]  ·  Harga: [range]  ·  Channel: [Instagram / Tokopedia / dll]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" y="4978141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 Tone &amp; Bahasa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" y="5234173"/>
            <a:ext cx="10655503" cy="2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Bahasa Indonesia santai  ·  Gunakan "kamu" bukan "Anda"  ·  [tambahkan gaya unik bisnismu]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" y="5558201"/>
            <a:ext cx="106555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 Format Default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8096" y="5814233"/>
            <a:ext cx="10655503" cy="2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Caption IG: maks [X] kata + [X] hashtag  ·  Email: maks [X] kata, ada CTA di penutup  ·  Komplain: empati dulu, solusi kedua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Claude Projects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vs. Sesudah + Latihan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EFEK NYATA CLAUDE PROJECT DALAM PEKERJAAN SEHARI-HARI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5410048" cy="1478128"/>
          </a:xfrm>
          <a:prstGeom prst="roundRect">
            <a:avLst>
              <a:gd name="adj" fmla="val 618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TANPA PROJECT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660904"/>
            <a:ext cx="5007712" cy="7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"Kamu adalah copywriter fashion yang paham pasar Gen Z Indonesia. Toko saya namanya Kasual Studio, jual baju kasual wanita, target Gen Z, harga 150–350rb. Tulis caption untuk..."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2112264"/>
            <a:ext cx="5410048" cy="1478128"/>
          </a:xfrm>
          <a:prstGeom prst="roundRect">
            <a:avLst>
              <a:gd name="adj" fmla="val 6186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4176" y="2313432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DENGAN PROJECT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34176" y="2660904"/>
            <a:ext cx="5007712" cy="7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"Tulis caption untuk kemeja linen putih baru — koleksi summer."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Sama hasilnya. Hemat 3–5 menit briefing setiap sesi.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28136"/>
            <a:ext cx="11094415" cy="1480376"/>
          </a:xfrm>
          <a:prstGeom prst="roundRect">
            <a:avLst>
              <a:gd name="adj" fmla="val 6177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29304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LATIHAN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9808" y="4376776"/>
            <a:ext cx="10692079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Setup Claude Project pertamamu sekarang: (1) Buka Claude → klik "New Project" → beri nama sesuai bisnismu, (2) Salin template System Instructions dari slide sebelumnya, (3) Isi dengan info bisnismu sendiri, (4) Test dengan 3 prompt berbeda. Output: 1 Project aktif dengan System Instructions terisi.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Claude Projects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Referensi Project Lengkap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YANG MAU CONTOH LEBIH DETAIL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11094415" cy="1480376"/>
          </a:xfrm>
          <a:prstGeom prst="roundRect">
            <a:avLst>
              <a:gd name="adj" fmla="val 617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DOWNLOAD K2-M2-REFERENSI-PROJECT.TXT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60904"/>
            <a:ext cx="10692079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di modul ini cukup untuk mulai. File referensi ini adalah contoh System Instructions penuh — profil bisnis, brand voice, format output standar, dan catatan khusus untuk Claude — untuk sebuah agensi digital marketing. Bisa dipakai sebagai kerangka, tinggal ganti isinya dengan data bisnismu sendiri.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2026-07-18T08:19:57Z</dcterms:created>
  <dcterms:modified xsi:type="dcterms:W3CDTF">2026-07-18T08:19:57Z</dcterms:modified>
</cp:coreProperties>
</file>