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2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Projects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Asisten yang ingat bisnismu.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Claude Projects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Biasa vs. Claude Projects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PERBEDAAN UTAMA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CHAT BIASA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Memori direset setiap sesi baru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Harus briefing ulang setiap kali buka chat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Claude tidak ingat nama toko, produk, atau tone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Tidak bisa simpan file referensi secara permanen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PROJECTS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Memori permanen — ingat semua konteks bisnismu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Sekali setup, selamanya aktif di semua sesi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Bisa simpan tone, format, dan file referensi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Langsung kerja tanpa briefing ulang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48640" y="4070909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BISA DISIMPAN DI PROJECT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436669"/>
            <a:ext cx="1642262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436669"/>
            <a:ext cx="164226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Nama &amp; info bisnis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337206" y="4436669"/>
            <a:ext cx="1117397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337206" y="4436669"/>
            <a:ext cx="111739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Tone bahasa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600907" y="4436669"/>
            <a:ext cx="1267358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00907" y="4436669"/>
            <a:ext cx="12673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Format output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14570" y="4436669"/>
            <a:ext cx="1042416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14570" y="4436669"/>
            <a:ext cx="10424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Price list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203290" y="4436669"/>
            <a:ext cx="1192378" cy="384048"/>
          </a:xfrm>
          <a:prstGeom prst="roundRect">
            <a:avLst>
              <a:gd name="adj" fmla="val 119048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03290" y="4436669"/>
            <a:ext cx="11923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SOP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Claude Projects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dalam 3 Langkah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CARA MULAI — SEKALI SETUP, SELAMANYA AKTIF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 Project Baru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Klik "New Project" di sidebar kiri Claude. Beri nama project sesuai bisnismu (contoh: "Kasual Studio").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Isi Project Instructions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Tulis System Instructions — konteks bisnis, tone, dan format yang Claude baca di setiap sesi dalam project ini.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Mulai Chat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chat di dalam project. Tidak perlu briefing ulang — Claude langsung tahu konteks bisnismu.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831153"/>
            <a:ext cx="11094415" cy="2416835"/>
          </a:xfrm>
          <a:prstGeom prst="roundRect">
            <a:avLst>
              <a:gd name="adj" fmla="val 3783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" y="405060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TEMPLATE SYSTEM INSTRUCTIONS — COPY &amp; PAKAI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8096" y="439808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# Tentang Bisnis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8096" y="465411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Nama: [nama toko]  ·  Produk: [deskripsikan singkat]  ·  Target: [siapa yang beli]  ·  Harga: [range]  ·  Channel: [Instagram / Tokopedia / dll]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" y="497814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# Tone &amp; Bahasa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8096" y="523417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Bahasa Indonesia santai  ·  Gunakan "kamu" bukan "Anda"  ·  [tambahkan gaya unik bisnismu]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68096" y="555820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# Format Default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68096" y="581423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Caption IG: maks [X] kata + [X] hashtag  ·  Email: maks [X] kata, ada CTA di penutup  ·  Komplain: empati dulu, solusi kedua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02 — Claude Projects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Sebelum vs. Sesudah + Latihan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EFEK NYATA CLAUDE PROJECT DALAM PEKERJAAN SEHARI-HARI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478128"/>
          </a:xfrm>
          <a:prstGeom prst="roundRect">
            <a:avLst>
              <a:gd name="adj" fmla="val 6186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TANPA PROJECT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7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"Kamu adalah copywriter fashion yang paham pasar Gen Z Indonesia. Toko saya namanya Kasual Studio, jual baju kasual wanita, target Gen Z, harga 150–350rb. Tulis caption untuk..."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478128"/>
          </a:xfrm>
          <a:prstGeom prst="roundRect">
            <a:avLst>
              <a:gd name="adj" fmla="val 6186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DENGAN PROJECT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728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"Tulis caption untuk kemeja linen putih baru — koleksi summer."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Sama hasilnya. Hemat 3–5 menit briefing setiap sesi.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828136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4029304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LATIHAN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4376776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Setup Claude Project pertamamu sekarang: (1) Buka Claude → klik "New Project" → beri nama sesuai bisnismu, (2) Salin template System Instructions dari slide sebelumnya, (3) Isi dengan info bisnismu sendiri, (4) Test dengan 3 prompt berbeda. Output: 1 Project aktif dengan System Instructions terisi.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2026-07-18T03:51:22Z</dcterms:created>
  <dcterms:modified xsi:type="dcterms:W3CDTF">2026-07-18T03:51:22Z</dcterms:modified>
</cp:coreProperties>
</file>