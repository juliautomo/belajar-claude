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Projects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Asisten yang ingat bisnismu.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Biasa vs. Claude Projects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PERBEDAAN UTAMA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BIASA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Memori direset setiap sesi baru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Harus briefing ulang setiap kali buka chat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Claude tidak ingat nama toko, produk, atau tone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bisa simpan file referensi secara permanen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PROJECTS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Memori permanen — ingat semua konteks bisnismu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Sekali setup, selamanya aktif di semua sesi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simpan tone, format, dan file referensi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Langsung kerja tanpa briefing ulang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070909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DISIMPAN DI PROJECT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36669"/>
            <a:ext cx="1642262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436669"/>
            <a:ext cx="16422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Nama &amp; info bisnis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337206" y="4436669"/>
            <a:ext cx="1117397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7206" y="4436669"/>
            <a:ext cx="11173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bahasa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00907" y="4436669"/>
            <a:ext cx="1267358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00907" y="4436669"/>
            <a:ext cx="12673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14570" y="4436669"/>
            <a:ext cx="1042416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14570" y="4436669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Price list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03290" y="4436669"/>
            <a:ext cx="1192378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03290" y="4436669"/>
            <a:ext cx="1192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SOP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dalam 3 Langkah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MULAI — SEKALI SETUP, SELAMANYA AKTIF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 Project Baru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Klik "New Project" di sidebar kiri Claude. Beri nama (contoh: "Latihan Modul 2").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Pakai File Referensi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k2-m2-referensi-project.txt dari halaman materi, paste seluruh isinya sebagai Project Instructions.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Mulai Chat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chat di dalam project. Tidak perlu briefing ulang — Claude langsung tahu konteks PT Kreatif Digital.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31153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405060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SYSTEM INSTRUCTIONS — COPY &amp; PAKAI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" y="439808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Tentang Bisnis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8096" y="465411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Nama: [nama toko]  ·  Produk: [deskripsikan singkat]  ·  Target: [siapa yang beli]  ·  Harga: [range]  ·  Channel: [Instagram / Tokopedia / dll]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" y="497814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Tone &amp; Bahasa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" y="523417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Bahasa Indonesia santai  ·  Gunakan "kamu" bukan "Anda"  ·  [tambahkan gaya unik bisnismu]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8096" y="555820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Format Default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8096" y="581423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IG: maks [X] kata + [X] hashtag  ·  Email: maks [X] kata, ada CTA di penutup  ·  Komplain: empati dulu, solusi kedua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vs. Sesudah +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EFEK NYATA CLAUDE PROJECT DALAM PEKERJAAN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478128"/>
          </a:xfrm>
          <a:prstGeom prst="roundRect">
            <a:avLst>
              <a:gd name="adj" fmla="val 61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PROJECT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7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"Kamu adalah copywriter fashion yang paham pasar Gen Z Indonesia. Toko saya namanya Kasual Studio, jual baju kasual wanita, target Gen Z, harga 150–350rb. Tulis caption untuk..."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478128"/>
          </a:xfrm>
          <a:prstGeom prst="roundRect">
            <a:avLst>
              <a:gd name="adj" fmla="val 618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DENGAN PROJECT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7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"Tulis caption untuk kemeja linen putih baru — koleksi summer."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Sama hasilnya. Hemat 3–5 menit briefing setiap sesi.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28136"/>
            <a:ext cx="11094415" cy="1723898"/>
          </a:xfrm>
          <a:prstGeom prst="roundRect">
            <a:avLst>
              <a:gd name="adj" fmla="val 5304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2930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4376776"/>
            <a:ext cx="10692079" cy="974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Claude Project pertamamu pakai k2-m2-referensi-project.txt: (1) Buka Claude → "New Project" → beri nama, (2) Download file dari halaman materi, paste sebagai Project Instructions, (3) Test 3 prompt pendek — "tulis caption promo diskon 20%", "balas email klien komplain laporan terlalu teknis", "buatkan 3 poin highlight laporan bulanan". Output: Claude merespons sesuai konteks PT Kreatif Digital tanpa briefing ulang.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Selanjutnya: Bikin Versi Bisnismu Sendiri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SETELAH TERBIASA LEWAT LATIHAN DI ATAS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GANTI KE DATA BISNISMU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Setelah terbiasa lewat latihan k2-m2-referensi-project.txt, ganti isi Project Instructions dengan data bisnismu sendiri — pakai template System Instructions di slide 3 sebagai kerangka. Project ini yang akan kamu pakai terus di modul-modul berikutnya.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2026-07-20T06:59:59Z</dcterms:created>
  <dcterms:modified xsi:type="dcterms:W3CDTF">2026-07-20T06:59:59Z</dcterms:modified>
</cp:coreProperties>
</file>