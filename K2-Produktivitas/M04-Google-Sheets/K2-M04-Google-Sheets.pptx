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Spreadsheet &amp;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jadi insight dalam menit.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Claude Bantu di Spreadsheet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CARA CLAUDE MEMPERCEPAT KERJA DATA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formula dari deskripsi biasa, menjelaskan formula yang membingungkan, dan membantu debug formula yang error.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Temukan pola dari data penjualan, bandingkan performa antar produk atau periode, dan identifikasi anomali yang mudah terlewat.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Rekomendasi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ke keputusan bisnis konkret — produk mana yang perlu direstock, dipromosikan, atau dihentikan.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Selalu sebutkan struktur kolom data dulu sebelum bertanya — Claude bekerja lebih akurat kalau tahu konteks kolomnya. Berlaku sama di Google Sheets maupun Excel.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Aman vs. Data Sensitif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BOLEH DAN TIDAK BOLEH DIBAGIKAN KE CLAUDE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⚠ HINDARI DIBAGIKAN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lengkap + nomor telepon pelanggan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Nomor kartu kredit / rekening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Password atau API key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karyawan dengan info personal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 AMAN DIBAGIKAN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produk, kategori, harga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Jumlah penjualan per periode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performa (tanpa nama pelanggan)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Struktur kolom dan formula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Alur Prompt: Data → Keputusan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LANGKAH DARI DATA KE FILE SIAP DIBAGIKAN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"Data saya kolom: Tanggal, Order ID, Produk, Region, Sales, Qty, Harga Satuan, Total. Buatkan formula SUMIF total revenue per Produk dan per Region."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 &amp; Rekomendasi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"Ini data transaksi beberapa bulan terakhir: [paste]. Produk/region mana paling laris? Ada tren naik-turun? Kasih rekomendasi."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Excel Ringkasan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"Dari analisis tadi, buatkan file Excel ringkasan: per produk, per region, plus insight &amp; rekomendasi — siap dibagikan ke tim."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Step 2 dan 3 adalah dua deliverable berbeda dari satu alur — rekomendasi di chat untuk keputusan cepat, file Excel untuk yang perlu dibagikan ke orang lain.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 LANGSUNG DENGAN DATA KAMU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k2-data-latihan-sheets.csv — data transaksi Kasual Studio (April–Juli 2026, ~180 baris: Tanggal, Order ID, Produk, Region, Sales, Qty, Harga Satuan, Total). Minta Claude buat formula SUMIF per Produk &amp; Region. Paste contoh data, minta analisis + rekomendasi. Lalu minta file Excel ringkasannya.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 SUMIF berjalan di sheet, insight &amp; rekomendasi dari Claude di chat, dan 1 file Excel ringkasan siap dibagikan ke tim.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06145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0642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otomatisasi berulang di Google Sheets (laporan mingguan, notifikasi stok habis), Claude bisa bantu tulis Google Apps Script — lihat detailnya di slide berikut.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Automasi Workflow: Menu "Export PDF" di Sheets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AUTOMASINYA, BUKAN CUMA KASIH SCRIPT JADI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DOWNLOAD K2-PDF-EXPORT-HELPER.TXT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Google Apps Script yang menambahkan menu “Export PDF” ke Sheets-mu: rapikan angka jadi format Rupiah, tambah judul laporan, buat grafik kolom ringkas, lalu export sheet aktif atau rentang terpilih jadi PDF rapi ke Drive. Dibuat dengan memprompt Claude langsung — tidak ada API key atau paket Pro yang dibutuhkan. Khusus Google Sheets — di Excel, minta Claude tulis versi VBA macro dengan prompt serupa.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352745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403155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31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71016" y="401326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Rapikan &amp; Beri Judul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452176"/>
            <a:ext cx="312511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kolom hasil SUMIF → format Rupiah. Pilih data → tambah judul laporan.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32122" y="3830384"/>
            <a:ext cx="352745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3290" y="403155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4533290" y="4031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54498" y="401326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 Grafik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33290" y="4452176"/>
            <a:ext cx="312511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Nama Produk + Total Revenue → Buat Grafik Ringkas.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5605" y="3830384"/>
            <a:ext cx="352745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16773" y="403155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3" name="Text 21"/>
          <p:cNvSpPr/>
          <p:nvPr/>
        </p:nvSpPr>
        <p:spPr>
          <a:xfrm>
            <a:off x="8316773" y="4031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37981" y="401326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Export PDF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16773" y="4452176"/>
            <a:ext cx="312511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Export — judul, angka rapi, dan grafik ikut ter-export.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Dashboard Performa Produk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SATU HALAMAN, BUKAN CUMA FORMULA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233172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2679192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[Upload atau paste k2-data-latihan-sheets.csv] Dari data transaksi ini, buatkan saya dashboard HTML sederhana: tabel semua produk dengan kolom total qty terjual dan total revenue (SUMIF per Produk). Beri warna hijau kalau revenue di atas rata-rata semua produk, kuning kalau mendekati rata-rata, merah kalau jauh di bawah rata-rata. Simpan sebagai 1 file HTML yang bisa saya buka tiap minggu.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779291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98045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TIP — CLAUDE IN CHROME: SPREADSHEET TANPA COPY-PASTE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27931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isi formula langsung di Google Sheets (dan Excel Online) tanpa copy-paste. Butuh paket Pro atau lebih tinggi — tidak tersedia di Free. Install "Claude for Chrome" dari Chrome Web Store → login → buka Sheets/Excel Online → klik ikon Claude di toolbar.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2026-07-20T15:18:55Z</dcterms:created>
  <dcterms:modified xsi:type="dcterms:W3CDTF">2026-07-20T15:18:55Z</dcterms:modified>
</cp:coreProperties>
</file>