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Spreadsheet &amp;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jadi insight dalam menit.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Bisa Claude Bantu di Spreadsheet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CARA CLAUDE MEMPERCEPAT KERJA DATA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formula dari deskripsi biasa, menjelaskan formula yang membingungkan, dan membantu debug formula yang error.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Temukan pola dari data penjualan, bandingkan performa antar produk atau periode, dan identifikasi anomali yang mudah terlewat.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Rekomendasi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ke keputusan bisnis konkret — produk mana yang perlu direstock, dipromosikan, atau dihentikan.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Selalu sebutkan struktur kolom data dulu sebelum bertanya — Claude bekerja lebih akurat kalau tahu konteks kolomnya. Berlaku sama di Google Sheets maupun Excel.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Aman vs. Data Sensitif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BOLEH DAN TIDAK BOLEH DIBAGIKAN KE CLAUDE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⚠ HINDARI DIBAGIKAN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lengkap + nomor telepon pelanggan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Nomor kartu kredit / rekening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Password atau API key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karyawan dengan info personal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 AMAN DIBAGIKAN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produk, kategori, harga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Jumlah penjualan per periode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performa (tanpa nama pelanggan)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Struktur kolom dan formula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Langkah demi Langkah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 LANGSUNG DENGAN DATA KASUAL STUDIO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File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k2-data-latihan-sheets.csv dari halaman materi — data transaksi Kasual Studio, ~180 baris.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ke Claude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claude.ai, chat baru. Drag &amp; drop file CSV ke jendela chat (atau klik ikon attach).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3 Prompt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3 prompt berikut satu per satu di chat yang sama — Claude tetap ingat datamu.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831153"/>
            <a:ext cx="11094415" cy="1836776"/>
          </a:xfrm>
          <a:prstGeom prst="roundRect">
            <a:avLst>
              <a:gd name="adj" fmla="val 497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" y="405060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DIKIRIM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" y="439808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1 — Formula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8096" y="465411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"Data saya kolom: Tanggal, Order ID, Produk, Region, Sales, Qty, Harga Satuan, Total. Buatkan formula SUMIF total revenue per Produk dan per Region."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" y="497814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2 — Analisis &amp; Rekomendasi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" y="523417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"Dari data transaksi ini: produk/region mana paling laris? Ada tren naik-turun? Sales mana paling produktif? Kasih rekomendasi."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File Excel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TERAKHIR: BIKIN FILE SIAP DIBAGIKAN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56716"/>
          </a:xfrm>
          <a:prstGeom prst="roundRect">
            <a:avLst>
              <a:gd name="adj" fmla="val 727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233172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DIKIRIM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267919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3 — File Excel Ringkasan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2935224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"Dari analisis dan rekomendasi tadi, buatkan file Excel ringkasan: per produk, per region, plus insight &amp; rekomendasi — siap dibagikan ke tim."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0672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80789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TIP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415536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1 hasilnya formula — salin manual ke sheet-mu. Prompt 3 beda: Claude langsung generate file .xlsx yang muncul sebagai lampiran di chat, tinggal download.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081321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5282489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49808" y="5629961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 SUMIF siap paste ke sheet-mu, insight &amp; rekomendasi di chat, dan 1 file Excel ringkasan siap download &amp; dibagikan ke tim.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Automasi Workflow: Menu "Export PDF" di Sheets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AUTOMASINYA, BUKAN CUMA KASIH SCRIPT JADI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DOWNLOAD K2-PDF-EXPORT-HELPER.TXT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Google Apps Script yang menambahkan menu “Export PDF” ke Sheets-mu: rapikan angka jadi format Rupiah, tambah judul laporan, buat grafik kolom ringkas, lalu export sheet aktif atau rentang terpilih jadi PDF rapi ke Drive. Dibuat dengan memprompt Claude langsung — tidak ada API key atau paket Pro yang dibutuhkan. Khusus Google Sheets — di Excel, minta Claude tulis versi VBA macro dengan prompt serupa.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303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ADA DI MENU EXPORT PDF (BUKAN LANGKAH BERURUTAN)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59568"/>
            <a:ext cx="3551834" cy="1052195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324160"/>
            <a:ext cx="322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Rapikan &amp; Beri Judul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4635056"/>
            <a:ext cx="3222650" cy="412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kolom hasil SUMIF → format Rupiah. Pilih data → tambah judul laporan.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19930" y="4159568"/>
            <a:ext cx="3551834" cy="1052195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4522" y="4324160"/>
            <a:ext cx="322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 Grafik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4522" y="4635056"/>
            <a:ext cx="3222650" cy="412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Nama Produk + Total Revenue → Buat Grafik Ringkas.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1221" y="4159568"/>
            <a:ext cx="3551834" cy="1052195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5813" y="4324160"/>
            <a:ext cx="322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Export PDF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55813" y="4635056"/>
            <a:ext cx="3222650" cy="412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Jalankan Export — judul, angka rapi, dan grafik ikut ter-export.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449507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5650675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TIP — CLAUDE IN CHROME: SPREADSHEET TANPA COPY-PASTE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9808" y="5998147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isi formula langsung di Google Sheets (dan Excel Online) tanpa copy-paste. Butuh paket Pro atau lebih tinggi — tidak tersedia di Free. Install "Claude for Chrome" dari Chrome Web Store → login → buka Sheets/Excel Online → klik ikon Claude di toolbar.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2026-07-20T15:51:39Z</dcterms:created>
  <dcterms:modified xsi:type="dcterms:W3CDTF">2026-07-20T15:51:39Z</dcterms:modified>
</cp:coreProperties>
</file>