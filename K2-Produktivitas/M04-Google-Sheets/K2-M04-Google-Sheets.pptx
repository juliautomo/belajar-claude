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Google Sheets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jadi insight dalam menit.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Claude Bantu di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CARA CLAUDE MEMPERCEPAT KERJA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formula dari deskripsi biasa, menjelaskan formula yang membingungkan, dan membantu debug formula yang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Temukan pola dari data penjualan, bandingkan performa antar produk atau periode, dan identifikasi anomali yang mudah terlewat.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Rekomendasi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ke keputusan bisnis konkret — produk mana yang perlu direstock, dipromosikan, atau dihentikan.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Selalu sebutkan struktur kolom data dulu sebelum bertanya — Claude bekerja lebih akurat kalau tahu konteks kolomnya.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Aman vs. Data Sensitif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BOLEH DAN TIDAK BOLEH DIBAGIKAN KE CLAUDE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AMAN DIBAGIKAN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produk, kategori, harga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Jumlah penjualan per periode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performa (tanpa nama pelanggan)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Struktur kolom dan formula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HINDARI DIBAGIKAN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lengkap + nomor telepon pelanggan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Nomor kartu kredit / rekening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Password atau API key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karyawan dengan info personal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Alur Prompt: Data → Keputusan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NYATA — RINA, KASUAL STUDIO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"Sheet saya: A=Nama Produk, B=Jan, C=Feb, D=Mar, E=Target. Buatkan formula total Jan–Mar di F2, dan % pencapaian target di G2."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"Ini data penjualan 3 bulan terakhir: [paste]. Produk mana performa paling konsisten? Mana tren naik vs turun?"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Keputusan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"Budget restock saya Rp 5 juta. Sarankan alokasi paling optimal berdasarkan data performa tadi."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"produk mana yang harus saya prioritaskan bulan depan?" — pertanyaan penutup yang mengubah data jadi keputusan.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 LANGSUNG DENGAN DATA KAMU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 latihan k2-data-penjualan.csv dari halaman materi. Import ke Google Sheets. Minta Claude buat 3 formula dasar (total, rata-rata, % target). Paste 5 baris data ke Claude dan minta analisis pola. Tanya: "Dari data ini, produk mana yang harus saya prioritaskan bulan depan?"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Sheet dengan 3 formula berjalan + 1 paragraf analisis dari Claude tentang pola performa berdasarkan data kamu.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06145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0642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in Chrome bisa baca &amp; isi formula langsung di Google Sheets tanpa copy-paste — install extension dari Chrome Web Store. Untuk otomatisasi berulang (laporan mingguan, notifikasi stok habis), Claude bisa bantu tulis Google Apps Script.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Bonus: Menu “Claude AI” di Google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PERMANEN DARI COPY-PASTE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DOWNLOAD K2-CLAUDE-SHEETS-HELPER.JS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Sebuah Google Apps Script yang menambahkan menu “Claude AI” ke Sheets-mu: Analisis Data Terpilih, Buat Formula dari Deskripsi, Ringkasan Eksekutif Tabel, Isi Kolom dengan Claude, dan Debug Formula Error. Install lewat Extensions &gt; Apps Script, butuh API key dari console.anthropic.com. Cocok kalau kamu pakai fitur ini rutin tiap minggu.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Dashboard Performa Produk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SATU HALAMAN, BUKAN CUMA FORMULA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33172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[Upload atau paste k2-data-latihan-sheets.csv] Dari data ini, buatkan saya dashboard HTML sederhana: tabel semua produk dengan kolom terjual, revenue, dan stok. Beri warna merah kalau stok di bawah 10, kuning kalau stagnan, hijau kalau performa bagus. Simpan sebagai 1 file HTML yang bisa saya buka tiap minggu.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2026-07-18T08:20:03Z</dcterms:created>
  <dcterms:modified xsi:type="dcterms:W3CDTF">2026-07-18T08:20:03Z</dcterms:modified>
</cp:coreProperties>
</file>