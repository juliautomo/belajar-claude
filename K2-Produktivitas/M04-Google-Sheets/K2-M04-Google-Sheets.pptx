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558851" y="0"/>
            <a:ext cx="4632844" cy="6858000"/>
          </a:xfrm>
          <a:prstGeom prst="rect">
            <a:avLst/>
          </a:prstGeom>
          <a:solidFill>
            <a:srgbClr val="141D3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10618927" y="384048"/>
            <a:ext cx="1024128" cy="384048"/>
          </a:xfrm>
          <a:prstGeom prst="roundRect">
            <a:avLst>
              <a:gd name="adj" fmla="val 23810"/>
            </a:avLst>
          </a:prstGeom>
          <a:solidFill>
            <a:srgbClr val="6849F6"/>
          </a:solidFill>
          <a:ln/>
        </p:spPr>
      </p:sp>
      <p:sp>
        <p:nvSpPr>
          <p:cNvPr id="5" name="Text 3"/>
          <p:cNvSpPr/>
          <p:nvPr/>
        </p:nvSpPr>
        <p:spPr>
          <a:xfrm>
            <a:off x="10618927" y="384048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4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23317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" kern="0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PRODUKTIVITAS KANTOR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2697480"/>
            <a:ext cx="7589520" cy="8864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Spreadsheet &amp; Claude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548640" y="372110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50" dirty="0">
                <a:solidFill>
                  <a:srgbClr val="B7C0D8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jadi insight dalam menit.</a:t>
            </a:r>
            <a:endParaRPr lang="en-US" sz="15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04 — Spreadsheet &amp; Claude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Yang Bisa Claude Bantu di Spreadsheet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TIGA CARA CLAUDE MEMPERCEPAT KERJA DATA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112264"/>
            <a:ext cx="3527450" cy="1700540"/>
          </a:xfrm>
          <a:prstGeom prst="roundRect">
            <a:avLst>
              <a:gd name="adj" fmla="val 5377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49808" y="2313432"/>
            <a:ext cx="384048" cy="384048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0" name="Text 8"/>
          <p:cNvSpPr/>
          <p:nvPr/>
        </p:nvSpPr>
        <p:spPr>
          <a:xfrm>
            <a:off x="749808" y="2313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71016" y="2295144"/>
            <a:ext cx="26039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Formula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49808" y="2734056"/>
            <a:ext cx="3125114" cy="877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 menulis formula dari deskripsi biasa, menjelaskan formula yang membingungkan, dan membantu debug formula yang error.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332122" y="2112264"/>
            <a:ext cx="3527450" cy="1700540"/>
          </a:xfrm>
          <a:prstGeom prst="roundRect">
            <a:avLst>
              <a:gd name="adj" fmla="val 5377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33290" y="2313432"/>
            <a:ext cx="384048" cy="384048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5" name="Text 13"/>
          <p:cNvSpPr/>
          <p:nvPr/>
        </p:nvSpPr>
        <p:spPr>
          <a:xfrm>
            <a:off x="4533290" y="2313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054498" y="2295144"/>
            <a:ext cx="26039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Analisis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33290" y="2734056"/>
            <a:ext cx="3125114" cy="877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Temukan pola dari data penjualan, bandingkan performa antar produk atau periode, dan identifikasi anomali yang mudah terlewat.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115605" y="2112264"/>
            <a:ext cx="3527450" cy="1700540"/>
          </a:xfrm>
          <a:prstGeom prst="roundRect">
            <a:avLst>
              <a:gd name="adj" fmla="val 5377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316773" y="2313432"/>
            <a:ext cx="384048" cy="384048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20" name="Text 18"/>
          <p:cNvSpPr/>
          <p:nvPr/>
        </p:nvSpPr>
        <p:spPr>
          <a:xfrm>
            <a:off x="8316773" y="2313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837981" y="2295144"/>
            <a:ext cx="26039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Rekomendasi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316773" y="2734056"/>
            <a:ext cx="3125114" cy="8775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Dari data ke keputusan bisnis konkret — produk mana yang perlu direstock, dipromosikan, atau dihentikan.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48640" y="4050548"/>
            <a:ext cx="11094415" cy="498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300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Tips: Selalu sebutkan struktur kolom data dulu sebelum bertanya — Claude bekerja lebih akurat kalau tahu konteks kolomnya. Berlaku sama di Google Sheets maupun Excel.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04 — Spreadsheet &amp; Claude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Data Aman vs. Data Sensitif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YANG BOLEH DAN TIDAK BOLEH DIBAGIKAN KE CLAUDE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112264"/>
            <a:ext cx="5410048" cy="1720901"/>
          </a:xfrm>
          <a:prstGeom prst="roundRect">
            <a:avLst>
              <a:gd name="adj" fmla="val 5313"/>
            </a:avLst>
          </a:prstGeom>
          <a:solidFill>
            <a:srgbClr val="F4F6FB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2313432"/>
            <a:ext cx="500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" kern="0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⚠ HINDARI DIBAGIKAN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49808" y="2660904"/>
            <a:ext cx="5007712" cy="9710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Nama lengkap + nomor telepon pelanggan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Nomor kartu kredit / rekening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Password atau API key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Data karyawan dengan info personal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33008" y="2112264"/>
            <a:ext cx="5410048" cy="1720901"/>
          </a:xfrm>
          <a:prstGeom prst="roundRect">
            <a:avLst>
              <a:gd name="adj" fmla="val 5313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34176" y="2313432"/>
            <a:ext cx="5007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✓ AMAN DIBAGIKAN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34176" y="2660904"/>
            <a:ext cx="5007712" cy="9710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Nama produk, kategori, harga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Jumlah penjualan per periode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Data performa (tanpa nama pelanggan)</a:t>
            </a:r>
            <a:endParaRPr lang="en-US" sz="12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•  Struktur kolom dan formula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04 — Spreadsheet &amp; Claude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Latihan — Langkah demi Langkah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PRAKTIK LANGSUNG DENGAN DATA KASUAL STUDIO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112264"/>
            <a:ext cx="3527450" cy="1481145"/>
          </a:xfrm>
          <a:prstGeom prst="roundRect">
            <a:avLst>
              <a:gd name="adj" fmla="val 6174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49808" y="2313432"/>
            <a:ext cx="384048" cy="384048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0" name="Text 8"/>
          <p:cNvSpPr/>
          <p:nvPr/>
        </p:nvSpPr>
        <p:spPr>
          <a:xfrm>
            <a:off x="749808" y="2313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71016" y="2295144"/>
            <a:ext cx="26039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Download File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49808" y="2734056"/>
            <a:ext cx="3125114" cy="658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Download k2-data-latihan-sheets.csv dari halaman materi — data transaksi Kasual Studio, ~180 baris.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332122" y="2112264"/>
            <a:ext cx="3527450" cy="1481145"/>
          </a:xfrm>
          <a:prstGeom prst="roundRect">
            <a:avLst>
              <a:gd name="adj" fmla="val 6174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33290" y="2313432"/>
            <a:ext cx="384048" cy="384048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15" name="Text 13"/>
          <p:cNvSpPr/>
          <p:nvPr/>
        </p:nvSpPr>
        <p:spPr>
          <a:xfrm>
            <a:off x="4533290" y="2313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054498" y="2295144"/>
            <a:ext cx="26039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Upload ke Claude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33290" y="2734056"/>
            <a:ext cx="3125114" cy="658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Buka claude.ai, chat baru. Drag &amp; drop file CSV ke jendela chat (atau klik ikon attach).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115605" y="2112264"/>
            <a:ext cx="3527450" cy="1481145"/>
          </a:xfrm>
          <a:prstGeom prst="roundRect">
            <a:avLst>
              <a:gd name="adj" fmla="val 6174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316773" y="2313432"/>
            <a:ext cx="384048" cy="384048"/>
          </a:xfrm>
          <a:prstGeom prst="ellipse">
            <a:avLst/>
          </a:prstGeom>
          <a:solidFill>
            <a:srgbClr val="6849F6"/>
          </a:solidFill>
          <a:ln/>
        </p:spPr>
      </p:sp>
      <p:sp>
        <p:nvSpPr>
          <p:cNvPr id="20" name="Text 18"/>
          <p:cNvSpPr/>
          <p:nvPr/>
        </p:nvSpPr>
        <p:spPr>
          <a:xfrm>
            <a:off x="8316773" y="23134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837981" y="2295144"/>
            <a:ext cx="260390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Kirim 3 Prompt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316773" y="2734056"/>
            <a:ext cx="3125114" cy="6581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Kirim 3 prompt berikut satu per satu di chat yang sama — Claude tetap ingat datamu.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" y="3831153"/>
            <a:ext cx="11094415" cy="1836776"/>
          </a:xfrm>
          <a:prstGeom prst="roundRect">
            <a:avLst>
              <a:gd name="adj" fmla="val 4978"/>
            </a:avLst>
          </a:prstGeom>
          <a:solidFill>
            <a:srgbClr val="141D33"/>
          </a:solidFill>
          <a:ln w="12700">
            <a:solidFill>
              <a:srgbClr val="6849F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68096" y="4050609"/>
            <a:ext cx="10655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" kern="0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PROMPT YANG DIKIRIM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768096" y="4398081"/>
            <a:ext cx="106555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Prompt 1 — Formula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768096" y="4654113"/>
            <a:ext cx="10655503" cy="2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7CDE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"Data saya kolom: Tanggal, Order ID, Produk, Region, Sales, Qty, Harga Satuan, Total. Buatkan formula SUMIF total revenue per Produk dan per Region."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68096" y="4978141"/>
            <a:ext cx="106555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Prompt 2 — Analisis &amp; Rekomendasi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68096" y="5234173"/>
            <a:ext cx="10655503" cy="2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7CDE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"Dari data transaksi ini: produk/region mana paling laris? Ada tren naik-turun? Sales mana paling produktif? Kasih rekomendasi."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04 — Spreadsheet &amp; Claude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Latihan — File Excel &amp; Output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PROMPT TERAKHIR: BIKIN FILE SIAP DIBAGIKAN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112264"/>
            <a:ext cx="11094415" cy="1256716"/>
          </a:xfrm>
          <a:prstGeom prst="roundRect">
            <a:avLst>
              <a:gd name="adj" fmla="val 7276"/>
            </a:avLst>
          </a:prstGeom>
          <a:solidFill>
            <a:srgbClr val="141D33"/>
          </a:solidFill>
          <a:ln w="12700">
            <a:solidFill>
              <a:srgbClr val="6849F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8096" y="2331720"/>
            <a:ext cx="10655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" kern="0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PROMPT YANG DIKIRIM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768096" y="2679192"/>
            <a:ext cx="1065550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Prompt 3 — File Excel Ringkasan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68096" y="2935224"/>
            <a:ext cx="10655503" cy="2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7CDE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"Dari analisis dan rekomendasi tadi, buatkan file Excel ringkasan: per produk, per region, plus insight &amp; rekomendasi — siap dibagikan ke tim."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3606724"/>
            <a:ext cx="11094415" cy="1236853"/>
          </a:xfrm>
          <a:prstGeom prst="roundRect">
            <a:avLst>
              <a:gd name="adj" fmla="val 7393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49808" y="3807892"/>
            <a:ext cx="10692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◆  TIP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749808" y="4155364"/>
            <a:ext cx="10692079" cy="487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Prompt 1 hasilnya formula — salin manual ke sheet-mu. Prompt 3 beda: Claude langsung generate file .xlsx yang muncul sebagai lampiran di chat, tinggal download.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5081321"/>
            <a:ext cx="11094415" cy="993331"/>
          </a:xfrm>
          <a:prstGeom prst="roundRect">
            <a:avLst>
              <a:gd name="adj" fmla="val 9205"/>
            </a:avLst>
          </a:prstGeom>
          <a:solidFill>
            <a:srgbClr val="EAFAF0"/>
          </a:solidFill>
          <a:ln w="12700">
            <a:solidFill>
              <a:srgbClr val="B8E6C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49808" y="5282489"/>
            <a:ext cx="10692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" kern="0" dirty="0">
                <a:solidFill>
                  <a:srgbClr val="1A7A4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■  OUTPUT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749808" y="5629961"/>
            <a:ext cx="10692079" cy="2435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Formula SUMIF siap paste ke sheet-mu, insight &amp; rekomendasi di chat, dan 1 file Excel ringkasan siap download &amp; dibagikan ke tim.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04 — Spreadsheet &amp; Claude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Bonus — Automasi Workflow: Menu "Export PDF" di Sheets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 MENULIS AUTOMASINYA, BUKAN CUMA KASIH SCRIPT JADI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112264"/>
            <a:ext cx="11094415" cy="1480376"/>
          </a:xfrm>
          <a:prstGeom prst="roundRect">
            <a:avLst>
              <a:gd name="adj" fmla="val 6177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2313432"/>
            <a:ext cx="10692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◆  DOWNLOAD K2-PDF-EXPORT-HELPER.TXT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49808" y="2660904"/>
            <a:ext cx="10692079" cy="730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Google Apps Script yang menambahkan menu “Export PDF” ke Sheets-mu: rapikan angka jadi format Rupiah, tambah judul laporan, buat grafik kolom ringkas, lalu export sheet aktif atau rentang terpilih jadi PDF rapi ke Drive. Dibuat dengan memprompt Claude langsung — tidak ada API key atau paket Pro yang dibutuhkan. Khusus Google Sheets — di Excel, minta Claude tulis versi VBA macro dengan prompt serupa.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48640" y="3830384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YANG ADA DI MENU EXPORT PDF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4159568"/>
            <a:ext cx="3551834" cy="1052195"/>
          </a:xfrm>
          <a:prstGeom prst="roundRect">
            <a:avLst>
              <a:gd name="adj" fmla="val 8690"/>
            </a:avLst>
          </a:prstGeom>
          <a:solidFill>
            <a:srgbClr val="FFFFFF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3232" y="4324160"/>
            <a:ext cx="32226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Rapikan &amp; Beri Judul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13232" y="4635056"/>
            <a:ext cx="3222650" cy="4121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Pilih kolom hasil SUMIF → format Rupiah. Pilih data → tambah judul laporan.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319930" y="4159568"/>
            <a:ext cx="3551834" cy="1052195"/>
          </a:xfrm>
          <a:prstGeom prst="roundRect">
            <a:avLst>
              <a:gd name="adj" fmla="val 8690"/>
            </a:avLst>
          </a:prstGeom>
          <a:solidFill>
            <a:srgbClr val="FFFFFF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84522" y="4324160"/>
            <a:ext cx="32226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Buat Grafik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484522" y="4635056"/>
            <a:ext cx="3222650" cy="4121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Pilih Nama Produk + Total Revenue → Buat Grafik Ringkas.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091221" y="4159568"/>
            <a:ext cx="3551834" cy="1052195"/>
          </a:xfrm>
          <a:prstGeom prst="roundRect">
            <a:avLst>
              <a:gd name="adj" fmla="val 8690"/>
            </a:avLst>
          </a:prstGeom>
          <a:solidFill>
            <a:srgbClr val="FFFFFF"/>
          </a:solidFill>
          <a:ln w="12700">
            <a:solidFill>
              <a:srgbClr val="D6DC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55813" y="4324160"/>
            <a:ext cx="32226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Export PDF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255813" y="4635056"/>
            <a:ext cx="3222650" cy="4121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Jalankan Export — judul, angka rapi, dan grafik ikut ter-export.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D1321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6849F6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belajar</a:t>
            </a:r>
            <a:pPr indent="0" marL="0">
              <a:buNone/>
            </a:pPr>
            <a:r>
              <a:rPr lang="en-US" sz="2000" b="1" dirty="0">
                <a:solidFill>
                  <a:srgbClr val="8B7CF6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claude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943600" y="274320"/>
            <a:ext cx="5760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dirty="0">
                <a:solidFill>
                  <a:srgbClr val="9AA2B4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Modul 04 — Spreadsheet &amp; Claude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548640" y="118872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D1321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Tip — Claude di Sheets, Excel Online, &amp; Excel Desktop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548640" y="17830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4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DUA TOOL BERBEDA, DUA CARA PAKAI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112264"/>
            <a:ext cx="11094415" cy="1480376"/>
          </a:xfrm>
          <a:prstGeom prst="roundRect">
            <a:avLst>
              <a:gd name="adj" fmla="val 6177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2313432"/>
            <a:ext cx="10692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◆  CLAUDE IN CHROME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49808" y="2660904"/>
            <a:ext cx="10692079" cy="730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Baca &amp; isi formula langsung di Google Sheets atau Excel Online tanpa copy-paste, lewat browser. Butuh paket Pro atau lebih tinggi — tidak tersedia di Free. Install "Claude for Chrome" dari Chrome Web Store → login → buka Sheets/Excel Online → klik ikon Claude di toolbar.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3830384"/>
            <a:ext cx="11094415" cy="1236853"/>
          </a:xfrm>
          <a:prstGeom prst="roundRect">
            <a:avLst>
              <a:gd name="adj" fmla="val 7393"/>
            </a:avLst>
          </a:prstGeom>
          <a:solidFill>
            <a:srgbClr val="F3F0FF"/>
          </a:solidFill>
          <a:ln w="12700">
            <a:solidFill>
              <a:srgbClr val="DCD3F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49808" y="4031552"/>
            <a:ext cx="106920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" kern="0" dirty="0">
                <a:solidFill>
                  <a:srgbClr val="4B36C7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◆  CLAUDE FOR EXCEL (EXCEL DESKTOP)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749808" y="4379024"/>
            <a:ext cx="10692079" cy="4870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23283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Pakai Excel Desktop di Windows atau Mac? Ada add-in terpisah bernama "Claude for Excel", diinstall dari Microsoft Marketplace — kerja langsung di dalam Excel, bukan lewat browser. Juga butuh paket Pro atau lebih tinggi.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2026-07-20T16:04:43Z</dcterms:created>
  <dcterms:modified xsi:type="dcterms:W3CDTF">2026-07-20T16:04:43Z</dcterms:modified>
</cp:coreProperties>
</file>