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4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Google Sheets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jadi insight dalam menit.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Google Sheets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Yang Bisa Claude Bantu di Sheets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TIGA CARA CLAUDE MEMPERCEPAT KERJA DATA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Formula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menulis formula dari deskripsi biasa, menjelaskan formula yang membingungkan, dan membantu debug formula yang error.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32122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3329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453329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54498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Analisis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33290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Temukan pola dari data penjualan, bandingkan performa antar produk atau periode, dan identifikasi anomali yang mudah terlewat.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15605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1677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831677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37981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Rekomendasi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16773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data ke keputusan bisnis konkret — produk mana yang perlu direstock, dipromosikan, atau dihentikan.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4050548"/>
            <a:ext cx="11094415" cy="2493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Tips: Selalu sebutkan struktur kolom data dulu sebelum bertanya — Claude bekerja lebih akurat kalau tahu konteks kolomnya.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Google Sheets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Aman vs. Data Sensitif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YANG BOLEH DAN TIDAK BOLEH DIBAGIKAN KE CLAUDE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1720901"/>
          </a:xfrm>
          <a:prstGeom prst="roundRect">
            <a:avLst>
              <a:gd name="adj" fmla="val 531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AMAN DIBAGIKAN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971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Nama produk, kategori, harga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Jumlah penjualan per periode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Data performa (tanpa nama pelanggan)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Struktur kolom dan formula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1720901"/>
          </a:xfrm>
          <a:prstGeom prst="roundRect">
            <a:avLst>
              <a:gd name="adj" fmla="val 531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HINDARI DIBAGIKAN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971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Nama lengkap + nomor telepon pelanggan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Nomor kartu kredit / rekening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Password atau API key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Data karyawan dengan info personal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Google Sheets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Alur Prompt: Data → Keputusan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NYATA — RINA, KASUAL STUDIO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Formula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"Sheet saya: A=Nama Produk, B=Jan, C=Feb, D=Mar, E=Target. Buatkan formula total Jan–Mar di F2, dan % pencapaian target di G2."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32122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3329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453329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54498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Analisis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33290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"Ini data penjualan 3 bulan terakhir: [paste]. Produk mana performa paling konsisten? Mana tren naik vs turun?"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15605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1677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831677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37981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Keputusan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16773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"Budget restock saya Rp 5 juta. Sarankan alokasi paling optimal berdasarkan data performa tadi."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4050548"/>
            <a:ext cx="11094415" cy="2493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Tips: "produk mana yang harus saya prioritaskan bulan depan?" — pertanyaan penutup yang mengubah data jadi keputusan.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Google Sheets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PRAKTIK LANGSUNG DENGAN DATA KAMU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Download file latihan k2-data-penjualan.csv dari halaman materi. Import ke Google Sheets. Minta Claude buat 3 formula dasar (total, rata-rata, % target). Paste 5 baris data ke Claude dan minta analisis pola. Tanya: "Dari data ini, produk mana yang harus saya prioritaskan bulan depan?"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30384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403155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9808" y="4379024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Sheet dengan 3 formula berjalan + 1 paragraf analisis dari Claude tentang pola performa berdasarkan data kamu.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506145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5390642"/>
            <a:ext cx="11094415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in Chrome bisa baca &amp; isi formula langsung di Google Sheets tanpa copy-paste — install extension dari Chrome Web Store. Untuk otomatisasi berulang (laporan mingguan, notifikasi stok habis), Claude bisa bantu tulis Google Apps Script.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2026-07-18T03:51:25Z</dcterms:created>
  <dcterms:modified xsi:type="dcterms:W3CDTF">2026-07-18T03:51:25Z</dcterms:modified>
</cp:coreProperties>
</file>