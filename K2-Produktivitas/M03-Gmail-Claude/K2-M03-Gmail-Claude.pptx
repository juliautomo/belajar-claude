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Inbox bersih, email cepat.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LANGKAH DARI INBOX KE TERKIRIM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Prompt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konteks ke Claude: email dari siapa, isinya apa, tone yang diinginkan.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505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ELEMEN WAJIB PROMPT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71016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 Penerima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9808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32122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3290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6" name="Text 34"/>
          <p:cNvSpPr/>
          <p:nvPr/>
        </p:nvSpPr>
        <p:spPr>
          <a:xfrm>
            <a:off x="4533290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54498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Inti Pesan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33290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15605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6773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41" name="Text 39"/>
          <p:cNvSpPr/>
          <p:nvPr/>
        </p:nvSpPr>
        <p:spPr>
          <a:xfrm>
            <a:off x="8316773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37981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&amp; Panjang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16773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PROMPT UNTUK MASING-MASING TIPE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Pertanyaan / Inquiry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email dari [nama] yang tanya tentang [topik]. Berikan info lengkap tapi singkat. Tone: ramah-profesional. Maks 80 kata.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Menangani Komplain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&amp; Pengingat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Konfirmasi &amp; Informasi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KIRIM + LATIHAN HARI INI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SEBELUM KIRIM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penerima benar (bukan placeholder [nama])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Isi email akurat, bukan halusinasi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Ada CTA yang jelas jika diperlukan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Tone sudah sesuai: formal / santai / tegas?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ada info sensitif yang ikut di-paste ke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Panjang sudah sesuai, tidak bertele-tele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Gmail MCP — hubungkan Claude langsung ke inbox Gmail kamu, baca &amp; draft tanpa copy-paste. Detail setup dibahas di modul lain.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56455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75762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5105095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 k2-m3-contoh-inbox.txt, pilih 1 email: (1) Identifikasi tipe: inquiry / komplain / follow-up / konfirmasi, (2) Pilih template dari slide sebelumnya dan isi [placeholder] dengan info dari email, (3) Paste ke Claude, baca output, edit seperlunya. Lanjutkan dengan email asli dari inbox kamu sendiri.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Inbox Triage Board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PAPAN PRIORITAS, BUKAN CUMA DRAFT BALASAN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inbox-mu sering menumpuk, minta Claude susun dulu papan prioritasnya sebelum kamu mulai membalas: kolom Urgent, Perlu Dibalas, dan Sekadar Info. Belum sempat connect Gmail? Pakai file contoh k2-m3-contoh-inbox.txt untuk latihan.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[paste isi inbox] Kelompokkan semua email ini ke 3 kategori: URGENT (perlu dibalas hari ini), PERLU DIBALAS (bisa besok), SEKADAR INFO (tidak perlu balasan). Buatkan sebagai 1 halaman HTML dengan 3 kolom berwarna berbeda, supaya saya bisa lihat sekilas mana yang harus dikerjakan duluan.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2026-07-20T09:19:15Z</dcterms:created>
  <dcterms:modified xsi:type="dcterms:W3CDTF">2026-07-20T09:19:15Z</dcterms:modified>
</cp:coreProperties>
</file>