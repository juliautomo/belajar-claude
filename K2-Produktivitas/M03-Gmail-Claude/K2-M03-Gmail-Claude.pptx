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Gmail +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Inbox bersih, email cepat.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 Email dengan 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LANGKAH DARI INBOX KE TERKIRIM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email masuk. Pahami inti pesan: apa yang diminta, siapa pengirimnya, seberapa urgent.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Prompt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Ceritakan konteks ke Claude: email dari siapa, isinya apa, tone yang diinginkan. Pakai 3 Elemen Wajib.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Edit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output Claude. Tambahkan info personal atau detail spesifik yang hanya kamu tahu. Sesuaikan jika perlu.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Lakukan checklist sebelum kirim. Pastikan nama, detail, dan tone sudah sesuai. Baru tekan "Send".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0505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ELEMEN WAJIB PROMPT EMAIL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71016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Konteks Penerima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9808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Siapa yang menerima? Hubungan apa (klien baru, supplier lama, pelanggan kecewa)? Tingkat formalitas yang sesuai?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32122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33290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6" name="Text 34"/>
          <p:cNvSpPr/>
          <p:nvPr/>
        </p:nvSpPr>
        <p:spPr>
          <a:xfrm>
            <a:off x="4533290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54498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Inti Pesan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33290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yang ingin disampaikan? Satu kalimat yang merangkum tujuan email ini.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15605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16773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41" name="Text 39"/>
          <p:cNvSpPr/>
          <p:nvPr/>
        </p:nvSpPr>
        <p:spPr>
          <a:xfrm>
            <a:off x="8316773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837981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Tone &amp; Panjang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16773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Formal / santai / tegas / empati? Maks berapa kata? Ada CTA atau tidak?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Tipe Email yang Sering Ditulis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PROMPT UNTUK MASING-MASING TIPE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Pertanyaan / Inquiry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email dari [nama] yang tanya tentang [topik]. Berikan info lengkap tapi singkat. Tone: ramah-profesional. Maks 80 kata.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Menangani Komplain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komplain dari [nama] soal [masalah]. Mulai dengan empati, akui masalahnya, tawarkan solusi [sebutkan]. Tone: hangat, tidak defensif.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&amp; Pengingat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follow-up ke [nama] soal [topik] yang belum direspons sejak [tanggal]. Tone: sopan, gentle reminder. Jangan terkesan mendesak.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Konfirmasi &amp; Informasi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konfirmasi ke [nama] bahwa [detail pesanan/meeting/keputusan] sudah diterima. Sertakan ringkasan poin penting. Singkat, maks 60 kata.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&amp;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KIRIM + LATIHAN HARI INI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SEBELUM KIRIM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penerima benar (bukan placeholder [nama])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Isi email akurat, bukan halusinasi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Ada CTA yang jelas jika diperlukan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Tone sudah sesuai: formal / santai / tegas?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ada info sensitif yang ikut di-paste ke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Panjang sudah sesuai, tidak bertele-tele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Gmail MCP — hubungkan Claude langsung ke inbox Gmail kamu, baca &amp; draft tanpa copy-paste. Detail setup dibahas di modul lain.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56455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75762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5105095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file k2-m3-contoh-inbox.txt, pilih 1 email: (1) Identifikasi tipe: inquiry / komplain / follow-up / konfirmasi, (2) Pilih template dari slide sebelumnya dan isi [placeholder] dengan info dari email, (3) Paste ke Claude, baca output, edit seperlunya. Lanjutkan dengan email asli dari inbox kamu sendiri.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Inbox Triage Board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PAPAN PRIORITAS, BUKAN CUMA DRAFT BALASAN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Kalau inbox-mu sering menumpuk, minta Claude susun dulu papan prioritasnya sebelum kamu mulai membalas: kolom Urgent, Perlu Dibalas, dan Sekadar Info. Belum sempat connect Gmail? Pakai file contoh k2-m3-contoh-inbox.txt untuk latihan.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[paste isi inbox] Kelompokkan semua email ini ke 3 kategori: URGENT (perlu dibalas hari ini), PERLU DIBALAS (bisa besok), SEKADAR INFO (tidak perlu balasan). Buatkan sebagai 1 halaman HTML dengan 3 kolom berwarna berbeda, supaya saya bisa lihat sekilas mana yang harus dikerjakan duluan.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2026-07-20T10:02:17Z</dcterms:created>
  <dcterms:modified xsi:type="dcterms:W3CDTF">2026-07-20T10:02:17Z</dcterms:modified>
</cp:coreProperties>
</file>