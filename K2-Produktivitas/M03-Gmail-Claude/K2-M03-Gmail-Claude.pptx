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Helvetica Neue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RCjv01EVNnG7mtKhCRgaSWr0L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32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41D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-US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lang="en-US" sz="2000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0618927" y="384048"/>
            <a:ext cx="1024128" cy="384048"/>
          </a:xfrm>
          <a:prstGeom prst="roundRect">
            <a:avLst>
              <a:gd fmla="val 23810" name="adj"/>
            </a:avLst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0618927" y="384048"/>
            <a:ext cx="1024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elvetica Neue"/>
              <a:buNone/>
            </a:pPr>
            <a:r>
              <a:rPr b="1" lang="en-US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300"/>
              <a:buFont typeface="Helvetica Neue"/>
              <a:buNone/>
            </a:pPr>
            <a:r>
              <a:rPr b="1" lang="en-US" sz="1300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PRODUKTIVITAS KANTOR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2697480"/>
            <a:ext cx="7589520" cy="886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Helvetica Neue"/>
              <a:buNone/>
            </a:pPr>
            <a:r>
              <a:rPr b="1" lang="en-US" sz="4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Gmail + Claude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37211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7C0D8"/>
              </a:buClr>
              <a:buSzPts val="1550"/>
              <a:buFont typeface="Helvetica Neue"/>
              <a:buNone/>
            </a:pPr>
            <a:r>
              <a:rPr lang="en-US" sz="1550">
                <a:solidFill>
                  <a:srgbClr val="B7C0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Inbox bersih, email cepat.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-US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lang="en-US" sz="2000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B4"/>
              </a:buClr>
              <a:buSzPts val="1250"/>
              <a:buFont typeface="Helvetica Neue"/>
              <a:buNone/>
            </a:pPr>
            <a:r>
              <a:rPr lang="en-US" sz="1250">
                <a:solidFill>
                  <a:srgbClr val="9AA2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03 — Gmail + Claude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2200"/>
              <a:buFont typeface="Helvetica Neue"/>
              <a:buNone/>
            </a:pPr>
            <a:r>
              <a:rPr b="1" lang="en-US" sz="22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Workflow Email dengan Claude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lang="en-US" sz="1250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LANGKAH DARI INBOX KE TERKIRIM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2112264"/>
            <a:ext cx="2581580" cy="1700540"/>
          </a:xfrm>
          <a:prstGeom prst="roundRect">
            <a:avLst>
              <a:gd fmla="val 5377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49808" y="2313432"/>
            <a:ext cx="384048" cy="384048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49808" y="2313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71016" y="2295144"/>
            <a:ext cx="16580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Baca Email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49808" y="2734056"/>
            <a:ext cx="2179244" cy="87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Buka email masuk. Pahami inti pesan: apa yang diminta, siapa pengirimnya, seberapa urgent.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86252" y="2112264"/>
            <a:ext cx="2581580" cy="1700540"/>
          </a:xfrm>
          <a:prstGeom prst="roundRect">
            <a:avLst>
              <a:gd fmla="val 5377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587420" y="2313432"/>
            <a:ext cx="384048" cy="384048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587420" y="2313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108628" y="2295144"/>
            <a:ext cx="16580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Tulis Prompt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587420" y="2734056"/>
            <a:ext cx="2179244" cy="87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Ceritakan konteks ke Claude: email dari siapa, isinya apa, tone yang diinginkan. Pakai 3 Elemen Wajib.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223864" y="2112264"/>
            <a:ext cx="2581580" cy="1700540"/>
          </a:xfrm>
          <a:prstGeom prst="roundRect">
            <a:avLst>
              <a:gd fmla="val 5377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25032" y="2313432"/>
            <a:ext cx="384048" cy="384048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25032" y="2313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946240" y="2295144"/>
            <a:ext cx="16580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Baca &amp; Edit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25032" y="2734056"/>
            <a:ext cx="2179244" cy="87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Baca output Claude. Tambahkan info personal atau detail spesifik yang hanya kamu tahu. Sesuaikan jika perlu.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061475" y="2112264"/>
            <a:ext cx="2581580" cy="1700540"/>
          </a:xfrm>
          <a:prstGeom prst="roundRect">
            <a:avLst>
              <a:gd fmla="val 5377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262643" y="2313432"/>
            <a:ext cx="384048" cy="384048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262643" y="2313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783851" y="2295144"/>
            <a:ext cx="16580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Kirim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262643" y="2734056"/>
            <a:ext cx="2179244" cy="87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Lakukan checklist sebelum kirim. Pastikan nama, detail, dan tone sudah sesuai. Baru tekan "Send".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4050548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lang="en-US" sz="1250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ELEMEN WAJIB PROMPT EMAIL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8640" y="4379732"/>
            <a:ext cx="3527450" cy="1481145"/>
          </a:xfrm>
          <a:prstGeom prst="roundRect">
            <a:avLst>
              <a:gd fmla="val 6174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49808" y="4580900"/>
            <a:ext cx="384048" cy="384048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49808" y="45809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271016" y="4562612"/>
            <a:ext cx="260390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Konteks Penerima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49808" y="5001524"/>
            <a:ext cx="3125114" cy="65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Siapa yang menerima? Hubungan apa (klien baru, supplier lama, pelanggan kecewa)? Tingkat formalitas yang sesuai?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332122" y="4379732"/>
            <a:ext cx="3527450" cy="1481145"/>
          </a:xfrm>
          <a:prstGeom prst="roundRect">
            <a:avLst>
              <a:gd fmla="val 6174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33290" y="4580900"/>
            <a:ext cx="384048" cy="384048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533290" y="45809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054498" y="4562612"/>
            <a:ext cx="260390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Inti Pesan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533290" y="5001524"/>
            <a:ext cx="3125114" cy="65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Apa yang ingin disampaikan? Satu kalimat yang merangkum tujuan email ini.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115605" y="4379732"/>
            <a:ext cx="3527450" cy="1481145"/>
          </a:xfrm>
          <a:prstGeom prst="roundRect">
            <a:avLst>
              <a:gd fmla="val 6174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316773" y="4580900"/>
            <a:ext cx="384048" cy="384048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316773" y="45809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837981" y="4562612"/>
            <a:ext cx="260390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Tone &amp; Panjang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316773" y="5001524"/>
            <a:ext cx="3125114" cy="65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Formal / santai / tegas / empati? Maks berapa kata? Ada CTA atau tidak?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-US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lang="en-US" sz="2000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B4"/>
              </a:buClr>
              <a:buSzPts val="1250"/>
              <a:buFont typeface="Helvetica Neue"/>
              <a:buNone/>
            </a:pPr>
            <a:r>
              <a:rPr lang="en-US" sz="1250">
                <a:solidFill>
                  <a:srgbClr val="9AA2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03 — Gmail + Claude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2200"/>
              <a:buFont typeface="Helvetica Neue"/>
              <a:buNone/>
            </a:pPr>
            <a:r>
              <a:rPr b="1" lang="en-US" sz="22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Tipe Email yang Sering Ditulis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lang="en-US" sz="1250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 PROMPT UNTUK MASING-MASING TIPE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2112264"/>
            <a:ext cx="5437480" cy="1152032"/>
          </a:xfrm>
          <a:prstGeom prst="roundRect">
            <a:avLst>
              <a:gd fmla="val 7937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31520" y="2295144"/>
            <a:ext cx="365760" cy="365760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31520" y="22951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225296" y="2267712"/>
            <a:ext cx="4577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300"/>
              <a:buFont typeface="Helvetica Neue"/>
              <a:buNone/>
            </a:pPr>
            <a:r>
              <a:rPr b="1" lang="en-US" sz="13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Balas Pertanyaan / Inquiry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31520" y="2679192"/>
            <a:ext cx="5071720" cy="402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00"/>
              <a:buFont typeface="Helvetica Neue"/>
              <a:buNone/>
            </a:pPr>
            <a:r>
              <a:rPr lang="en-US" sz="11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Balas email dari [nama] yang tanya tentang [topik]. Berikan info lengkap tapi singkat. Tone: ramah-profesional. Maks 80 kata.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205576" y="2112264"/>
            <a:ext cx="5437480" cy="1152032"/>
          </a:xfrm>
          <a:prstGeom prst="roundRect">
            <a:avLst>
              <a:gd fmla="val 7937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388456" y="2295144"/>
            <a:ext cx="365760" cy="365760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388456" y="22951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882232" y="2267712"/>
            <a:ext cx="4577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300"/>
              <a:buFont typeface="Helvetica Neue"/>
              <a:buNone/>
            </a:pPr>
            <a:r>
              <a:rPr b="1" lang="en-US" sz="13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Menangani Komplain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388456" y="2679192"/>
            <a:ext cx="5071720" cy="402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00"/>
              <a:buFont typeface="Helvetica Neue"/>
              <a:buNone/>
            </a:pPr>
            <a:r>
              <a:rPr lang="en-US" sz="11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Balas komplain dari [nama] soal [masalah]. Mulai dengan empati, akui masalahnya, tawarkan solusi [sebutkan]. Tone: hangat, tidak defensif.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3447176"/>
            <a:ext cx="5437480" cy="1152032"/>
          </a:xfrm>
          <a:prstGeom prst="roundRect">
            <a:avLst>
              <a:gd fmla="val 7937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31520" y="3630056"/>
            <a:ext cx="365760" cy="365760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31520" y="36300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225296" y="3602624"/>
            <a:ext cx="4577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300"/>
              <a:buFont typeface="Helvetica Neue"/>
              <a:buNone/>
            </a:pPr>
            <a:r>
              <a:rPr b="1" lang="en-US" sz="13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Follow-up &amp; Pengingat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31520" y="4014104"/>
            <a:ext cx="5071720" cy="402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00"/>
              <a:buFont typeface="Helvetica Neue"/>
              <a:buNone/>
            </a:pPr>
            <a:r>
              <a:rPr lang="en-US" sz="11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Kirim follow-up ke [nama] soal [topik] yang belum direspons sejak [tanggal]. Tone: sopan, gentle reminder. Jangan terkesan mendesak.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05576" y="3447176"/>
            <a:ext cx="5437480" cy="1152032"/>
          </a:xfrm>
          <a:prstGeom prst="roundRect">
            <a:avLst>
              <a:gd fmla="val 7937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388456" y="3630056"/>
            <a:ext cx="365760" cy="365760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388456" y="36300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882232" y="3602624"/>
            <a:ext cx="4577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300"/>
              <a:buFont typeface="Helvetica Neue"/>
              <a:buNone/>
            </a:pPr>
            <a:r>
              <a:rPr b="1" lang="en-US" sz="13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Konfirmasi &amp; Informasi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388456" y="4014104"/>
            <a:ext cx="5071720" cy="402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00"/>
              <a:buFont typeface="Helvetica Neue"/>
              <a:buNone/>
            </a:pPr>
            <a:r>
              <a:rPr lang="en-US" sz="11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Tulis konfirmasi ke [nama] bahwa [detail pesanan/meeting/keputusan] sudah diterima. Sertakan ringkasan poin penting. Singkat, maks 60 kata.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-US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lang="en-US" sz="2000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B4"/>
              </a:buClr>
              <a:buSzPts val="1250"/>
              <a:buFont typeface="Helvetica Neue"/>
              <a:buNone/>
            </a:pPr>
            <a:r>
              <a:rPr lang="en-US" sz="1250">
                <a:solidFill>
                  <a:srgbClr val="9AA2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03 — Gmail + Claude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2200"/>
              <a:buFont typeface="Helvetica Neue"/>
              <a:buNone/>
            </a:pPr>
            <a:r>
              <a:rPr b="1" lang="en-US" sz="22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Checklist &amp; Latihan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lang="en-US" sz="1250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SEBELUM KIRIM + LATIHAN HARI INI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60" y="2112275"/>
            <a:ext cx="11064300" cy="2206500"/>
          </a:xfrm>
          <a:prstGeom prst="roundRect">
            <a:avLst>
              <a:gd fmla="val 4144" name="adj"/>
            </a:avLst>
          </a:prstGeom>
          <a:solidFill>
            <a:srgbClr val="FEF2CC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49808" y="2313432"/>
            <a:ext cx="5007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CHECKLIST SEBELUM KIRIM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49808" y="2660904"/>
            <a:ext cx="5007712" cy="1456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Nama penerima benar (bukan placeholder [nama])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Isi email akurat, bukan halusinasi Claude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Ada CTA yang jelas jika diperlukan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Tone sudah sesuai: formal / santai / tegas?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Tidak ada info sensitif yang ikut di-paste ke Claude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Panjang sudah sesuai, tidak bertele-tele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48640" y="4556455"/>
            <a:ext cx="11094415" cy="1480376"/>
          </a:xfrm>
          <a:prstGeom prst="roundRect">
            <a:avLst>
              <a:gd fmla="val 6177" name="adj"/>
            </a:avLst>
          </a:prstGeom>
          <a:solidFill>
            <a:srgbClr val="EAFAF0"/>
          </a:solidFill>
          <a:ln cap="flat" cmpd="sng" w="12700">
            <a:solidFill>
              <a:srgbClr val="B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49808" y="4757623"/>
            <a:ext cx="1069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4"/>
              </a:buClr>
              <a:buSzPts val="1250"/>
              <a:buFont typeface="Helvetica Neue"/>
              <a:buNone/>
            </a:pPr>
            <a:r>
              <a:rPr b="1" lang="en-US" sz="1250">
                <a:solidFill>
                  <a:srgbClr val="1A7A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■  LATIHAN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5105095"/>
            <a:ext cx="10692079" cy="730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50"/>
              <a:buFont typeface="Helvetica Neue"/>
              <a:buNone/>
            </a:pPr>
            <a:r>
              <a:rPr lang="en-US" sz="125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Download file k2-m3-contoh-inbox.txt, pilih 1 email: (1) Identifikasi tipe: inquiry / komplain / follow-up / konfirmasi, (2) Pilih template dari slide sebelumnya dan isi [placeholder] dengan info dari email, (3) Paste ke Claude, baca output, edit seperlunya. Lanjutkan dengan email asli dari inbox kamu sendiri.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-US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lang="en-US" sz="2000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B4"/>
              </a:buClr>
              <a:buSzPts val="1250"/>
              <a:buFont typeface="Helvetica Neue"/>
              <a:buNone/>
            </a:pPr>
            <a:r>
              <a:rPr lang="en-US" sz="1250">
                <a:solidFill>
                  <a:srgbClr val="9AA2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03 — Gmail + Claude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2200"/>
              <a:buFont typeface="Helvetica Neue"/>
              <a:buNone/>
            </a:pPr>
            <a:r>
              <a:rPr b="1" lang="en-US" sz="2200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Level Up: Inbox Triage Board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lang="en-US" sz="1250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BONUS — PAPAN PRIORITAS, BUKAN CUMA DRAFT BALASAN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40" y="2112264"/>
            <a:ext cx="11094415" cy="1236853"/>
          </a:xfrm>
          <a:prstGeom prst="roundRect">
            <a:avLst>
              <a:gd fmla="val 7393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49808" y="2313432"/>
            <a:ext cx="1069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lang="en-US" sz="1250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◆  KAPAN DIPAKAI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49808" y="2660904"/>
            <a:ext cx="10692079" cy="487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50"/>
              <a:buFont typeface="Helvetica Neue"/>
              <a:buNone/>
            </a:pPr>
            <a:r>
              <a:rPr lang="en-US" sz="125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Kalau inbox-mu sering menumpuk, minta Claude susun dulu papan prioritasnya sebelum kamu mulai membalas: kolom Urgent, Perlu Dibalas, dan Sekadar Info. Belum sempat connect Gmail? Pakai file contoh k2-m3-contoh-inbox.txt untuk latihan.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48640" y="3586861"/>
            <a:ext cx="11094415" cy="1214984"/>
          </a:xfrm>
          <a:prstGeom prst="roundRect">
            <a:avLst>
              <a:gd fmla="val 7526" name="adj"/>
            </a:avLst>
          </a:prstGeom>
          <a:solidFill>
            <a:srgbClr val="141D33"/>
          </a:solidFill>
          <a:ln cap="flat" cmpd="sng" w="12700">
            <a:solidFill>
              <a:srgbClr val="684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68096" y="3806317"/>
            <a:ext cx="1065550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150"/>
              <a:buFont typeface="Helvetica Neue"/>
              <a:buNone/>
            </a:pPr>
            <a:r>
              <a:rPr b="1" lang="en-US" sz="1150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CONTOH PROMPT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68096" y="4153789"/>
            <a:ext cx="10655503" cy="4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7CDE0"/>
              </a:buClr>
              <a:buSzPts val="1100"/>
              <a:buFont typeface="Helvetica Neue"/>
              <a:buNone/>
            </a:pPr>
            <a:r>
              <a:rPr lang="en-US" sz="1100">
                <a:solidFill>
                  <a:srgbClr val="C7CD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[paste isi inbox] Kelompokkan semua email ini ke 3 kategori: URGENT (perlu dibalas hari ini), PERLU DIBALAS (bisa besok), SEKADAR INFO (tidak perlu balasan). Buatkan sebagai 1 halaman HTML dengan 3 kolom berwarna berbeda, supaya saya bisa lihat sekilas mana yang harus dikerjakan duluan.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50" y="5588250"/>
            <a:ext cx="11094300" cy="768300"/>
          </a:xfrm>
          <a:prstGeom prst="roundRect">
            <a:avLst>
              <a:gd fmla="val 4144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49826" y="5651182"/>
            <a:ext cx="500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BONUS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749824" y="5998653"/>
            <a:ext cx="1018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Gmail MCP — hubungkan Claude langsung ke inbox Gmail kamu, baca &amp; draft tanpa copy-paste. Detail setup dibahas di modul lain.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2026-07-20T09:19:15Z</dcterms:created>
  <dc:creator>PptxGenJS</dc:creator>
</cp:coreProperties>
</file>