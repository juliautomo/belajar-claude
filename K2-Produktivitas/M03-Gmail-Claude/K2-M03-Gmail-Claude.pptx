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11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2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829800" y="347472"/>
            <a:ext cx="1965960" cy="420624"/>
          </a:xfrm>
          <a:prstGeom prst="roundRect">
            <a:avLst>
              <a:gd name="adj" fmla="val 21739"/>
            </a:avLst>
          </a:prstGeom>
          <a:solidFill>
            <a:srgbClr val="6849F6"/>
          </a:solidFill>
          <a:ln/>
        </p:spPr>
      </p:sp>
      <p:sp>
        <p:nvSpPr>
          <p:cNvPr id="6" name="Text 4"/>
          <p:cNvSpPr/>
          <p:nvPr/>
        </p:nvSpPr>
        <p:spPr>
          <a:xfrm>
            <a:off x="9829800" y="34747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2860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 +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Inbox bersih, email cepat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0292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Produktivitas Kantor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Email dengan 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LANGKAH DARI INBOX KE TERKIRIM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633472" cy="2011680"/>
          </a:xfrm>
          <a:prstGeom prst="roundRect">
            <a:avLst>
              <a:gd name="adj" fmla="val 545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249424"/>
            <a:ext cx="402336" cy="402336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16152" y="2267712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Baca Email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724912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 email masuk. Pahami inti pesan: apa yang diminta, siapa pengirimnya, seberapa urgent.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87268" y="2084832"/>
            <a:ext cx="2633472" cy="2011680"/>
          </a:xfrm>
          <a:prstGeom prst="roundRect">
            <a:avLst>
              <a:gd name="adj" fmla="val 545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0148" y="2249424"/>
            <a:ext cx="402336" cy="402336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470148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000500" y="2267712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Tulis Prompt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4428" y="2724912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Ceritakan konteks ke Claude: "email dari siapa, isinya apa, tone yang diinginkan". Pakai 3 Elemen Wajib.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71616" y="2084832"/>
            <a:ext cx="2633472" cy="2011680"/>
          </a:xfrm>
          <a:prstGeom prst="roundRect">
            <a:avLst>
              <a:gd name="adj" fmla="val 545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4496" y="2249424"/>
            <a:ext cx="402336" cy="402336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254496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784848" y="2267712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Baca &amp; Edit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08776" y="2724912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Baca output Claude. Tambahkan info personal atau detail spesifik yang hanya kamu tahu. Sesuaikan jika perlu.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55964" y="2084832"/>
            <a:ext cx="2633472" cy="2011680"/>
          </a:xfrm>
          <a:prstGeom prst="roundRect">
            <a:avLst>
              <a:gd name="adj" fmla="val 545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38844" y="2249424"/>
            <a:ext cx="402336" cy="402336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038844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569196" y="2267712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993124" y="2724912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Lakukan checklist sebelum kirim. Pastikan nama, detail, dan tone sudah sesuai. Baru tekan "Send".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4352544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ELEMEN WAJIB PROMPT EMAIL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718304"/>
            <a:ext cx="3547872" cy="1664208"/>
          </a:xfrm>
          <a:prstGeom prst="roundRect">
            <a:avLst>
              <a:gd name="adj" fmla="val 5495"/>
            </a:avLst>
          </a:prstGeom>
          <a:solidFill>
            <a:srgbClr val="FEE2E2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7512" y="4882896"/>
            <a:ext cx="384048" cy="384048"/>
          </a:xfrm>
          <a:prstGeom prst="ellipse">
            <a:avLst/>
          </a:prstGeom>
          <a:solidFill>
            <a:srgbClr val="991B1B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61288" y="4901184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Konteks Penerima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67512" y="5312664"/>
            <a:ext cx="3218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menerima? Hubungan apa (klien baru, supplier lama, pelanggan kecewa)? Tingkat formalitas yang sesuai?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51960" y="4718304"/>
            <a:ext cx="3547872" cy="1664208"/>
          </a:xfrm>
          <a:prstGeom prst="roundRect">
            <a:avLst>
              <a:gd name="adj" fmla="val 5495"/>
            </a:avLst>
          </a:prstGeom>
          <a:solidFill>
            <a:srgbClr val="F3F0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16552" y="4882896"/>
            <a:ext cx="384048" cy="384048"/>
          </a:xfrm>
          <a:prstGeom prst="ellipse">
            <a:avLst/>
          </a:prstGeom>
          <a:solidFill>
            <a:srgbClr val="4B36C7"/>
          </a:solidFill>
          <a:ln/>
        </p:spPr>
      </p:sp>
      <p:sp>
        <p:nvSpPr>
          <p:cNvPr id="36" name="Text 34"/>
          <p:cNvSpPr/>
          <p:nvPr/>
        </p:nvSpPr>
        <p:spPr>
          <a:xfrm>
            <a:off x="4416552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910328" y="4901184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Inti Pesan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416552" y="5312664"/>
            <a:ext cx="3218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yang ingin disampaikan? Satu kalimat yang merangkum tujuan email ini.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01000" y="4718304"/>
            <a:ext cx="3547872" cy="1664208"/>
          </a:xfrm>
          <a:prstGeom prst="roundRect">
            <a:avLst>
              <a:gd name="adj" fmla="val 5495"/>
            </a:avLst>
          </a:prstGeom>
          <a:solidFill>
            <a:srgbClr val="EAFAF0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65592" y="4882896"/>
            <a:ext cx="384048" cy="384048"/>
          </a:xfrm>
          <a:prstGeom prst="ellipse">
            <a:avLst/>
          </a:prstGeom>
          <a:solidFill>
            <a:srgbClr val="1A7A44"/>
          </a:solidFill>
          <a:ln/>
        </p:spPr>
      </p:sp>
      <p:sp>
        <p:nvSpPr>
          <p:cNvPr id="41" name="Text 39"/>
          <p:cNvSpPr/>
          <p:nvPr/>
        </p:nvSpPr>
        <p:spPr>
          <a:xfrm>
            <a:off x="8165592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659368" y="4901184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7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&amp; Panjang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165592" y="5312664"/>
            <a:ext cx="3218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/ santai / tegas / empati? Maks berapa kata? Ada CTA atau tidak?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Tipe Email yang Sering Ditulis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PROMPT UNTUK MASING-MASING TIPE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7512" y="2231136"/>
            <a:ext cx="1417320" cy="292608"/>
          </a:xfrm>
          <a:prstGeom prst="roundRect">
            <a:avLst>
              <a:gd name="adj" fmla="val 21875"/>
            </a:avLst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2311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PALING SERING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94560" y="2240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Balas Pertanyaan / Inquiry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67512" y="2633472"/>
            <a:ext cx="5111496" cy="1417320"/>
          </a:xfrm>
          <a:prstGeom prst="roundRect">
            <a:avLst>
              <a:gd name="adj" fmla="val 5161"/>
            </a:avLst>
          </a:prstGeom>
          <a:solidFill>
            <a:srgbClr val="0D1321"/>
          </a:solidFill>
          <a:ln w="9525">
            <a:solidFill>
              <a:srgbClr val="6849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72491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Balas email dari [nama] yang tanya tentang [topik]. Berikan info lengkap tapi singkat. Tone: ramah-profesional. Maks 80 kata.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45936" y="2084832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0528" y="2231136"/>
            <a:ext cx="1417320" cy="292608"/>
          </a:xfrm>
          <a:prstGeom prst="roundRect">
            <a:avLst>
              <a:gd name="adj" fmla="val 21875"/>
            </a:avLst>
          </a:prstGeom>
          <a:solidFill>
            <a:srgbClr val="FEE2E2"/>
          </a:solidFill>
          <a:ln/>
        </p:spPr>
      </p:sp>
      <p:sp>
        <p:nvSpPr>
          <p:cNvPr id="16" name="Text 14"/>
          <p:cNvSpPr/>
          <p:nvPr/>
        </p:nvSpPr>
        <p:spPr>
          <a:xfrm>
            <a:off x="6510528" y="22311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PRIORITY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037576" y="2240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Menangani Komplain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10528" y="2633472"/>
            <a:ext cx="5111496" cy="1417320"/>
          </a:xfrm>
          <a:prstGeom prst="roundRect">
            <a:avLst>
              <a:gd name="adj" fmla="val 5161"/>
            </a:avLst>
          </a:prstGeom>
          <a:solidFill>
            <a:srgbClr val="0D1321"/>
          </a:solidFill>
          <a:ln w="9525">
            <a:solidFill>
              <a:srgbClr val="6849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65976" y="272491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Balas komplain dari [nama] soal [masalah]. Mulai dengan empati, akui masalahnya, tawarkan solusi [sebutkan]. Tone: hangat, tidak defensif.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3891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512" y="4535424"/>
            <a:ext cx="1417320" cy="292608"/>
          </a:xfrm>
          <a:prstGeom prst="roundRect">
            <a:avLst>
              <a:gd name="adj" fmla="val 21875"/>
            </a:avLst>
          </a:prstGeom>
          <a:solidFill>
            <a:srgbClr val="EAFAF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45354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PENTING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194560" y="45445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&amp; Pengingat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7512" y="4937760"/>
            <a:ext cx="5111496" cy="1417320"/>
          </a:xfrm>
          <a:prstGeom prst="roundRect">
            <a:avLst>
              <a:gd name="adj" fmla="val 5161"/>
            </a:avLst>
          </a:prstGeom>
          <a:solidFill>
            <a:srgbClr val="0D1321"/>
          </a:solidFill>
          <a:ln w="9525">
            <a:solidFill>
              <a:srgbClr val="6849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0292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Kirim follow-up ke [nama] soal [topik] yang belum direspons sejak [tanggal]. Tone: sopan, gentle reminder. Jangan terkesan mendesak.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45936" y="43891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4535424"/>
            <a:ext cx="1417320" cy="292608"/>
          </a:xfrm>
          <a:prstGeom prst="roundRect">
            <a:avLst>
              <a:gd name="adj" fmla="val 21875"/>
            </a:avLst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510528" y="45354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037576" y="45445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Konfirmasi &amp; Informasi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0528" y="4937760"/>
            <a:ext cx="5111496" cy="1417320"/>
          </a:xfrm>
          <a:prstGeom prst="roundRect">
            <a:avLst>
              <a:gd name="adj" fmla="val 5161"/>
            </a:avLst>
          </a:prstGeom>
          <a:solidFill>
            <a:srgbClr val="0D1321"/>
          </a:solidFill>
          <a:ln w="9525">
            <a:solidFill>
              <a:srgbClr val="6849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65976" y="50292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Tulis konfirmasi ke [nama] bahwa [detail pesanan/meeting/keputusan] sudah diterima. Sertakan ringkasan poin penting. Singkat, maks 60 kata.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&amp; Latihan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KIRIM + LATIHAN HARI INI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057400"/>
            <a:ext cx="11155680" cy="1719072"/>
          </a:xfrm>
          <a:prstGeom prst="roundRect">
            <a:avLst>
              <a:gd name="adj" fmla="val 638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1762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SEBELUM KIRIM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9808" y="2523744"/>
            <a:ext cx="182880" cy="182880"/>
          </a:xfrm>
          <a:prstGeom prst="rect">
            <a:avLst/>
          </a:prstGeom>
          <a:solidFill>
            <a:srgbClr val="1A7A44"/>
          </a:solidFill>
          <a:ln w="12700">
            <a:solidFill>
              <a:srgbClr val="1A7A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5054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47802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penerima benar (bukan placeholder [nama])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36208" y="2523744"/>
            <a:ext cx="182880" cy="182880"/>
          </a:xfrm>
          <a:prstGeom prst="rect">
            <a:avLst/>
          </a:prstGeom>
          <a:solidFill>
            <a:srgbClr val="1A7A44"/>
          </a:solidFill>
          <a:ln w="12700">
            <a:solidFill>
              <a:srgbClr val="1A7A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25054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247802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sudah sesuai: formal / santai / tegas?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9808" y="2944368"/>
            <a:ext cx="182880" cy="182880"/>
          </a:xfrm>
          <a:prstGeom prst="rect">
            <a:avLst/>
          </a:prstGeom>
          <a:solidFill>
            <a:srgbClr val="1A7A44"/>
          </a:solidFill>
          <a:ln w="12700">
            <a:solidFill>
              <a:srgbClr val="1A7A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29260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05840" y="289864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 email akurat, bukan halusinasi Claude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36208" y="2944368"/>
            <a:ext cx="182880" cy="182880"/>
          </a:xfrm>
          <a:prstGeom prst="rect">
            <a:avLst/>
          </a:prstGeom>
          <a:solidFill>
            <a:srgbClr val="1A7A44"/>
          </a:solidFill>
          <a:ln w="12700">
            <a:solidFill>
              <a:srgbClr val="1A7A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36208" y="29260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89864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info sensitif yang ikut di-paste ke Claude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49808" y="3364992"/>
            <a:ext cx="182880" cy="182880"/>
          </a:xfrm>
          <a:prstGeom prst="rect">
            <a:avLst/>
          </a:prstGeom>
          <a:solidFill>
            <a:srgbClr val="1A7A44"/>
          </a:solidFill>
          <a:ln w="12700">
            <a:solidFill>
              <a:srgbClr val="1A7A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34670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5840" y="3319272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CTA yang jelas jika diperlukan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36208" y="3364992"/>
            <a:ext cx="182880" cy="182880"/>
          </a:xfrm>
          <a:prstGeom prst="rect">
            <a:avLst/>
          </a:prstGeom>
          <a:solidFill>
            <a:srgbClr val="1A7A44"/>
          </a:solidFill>
          <a:ln w="12700">
            <a:solidFill>
              <a:srgbClr val="1A7A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334670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3319272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Panjang sudah sesuai, tidak bertele-tele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886200"/>
            <a:ext cx="11155680" cy="402336"/>
          </a:xfrm>
          <a:prstGeom prst="roundRect">
            <a:avLst>
              <a:gd name="adj" fmla="val 18182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3886200"/>
            <a:ext cx="1069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Gmail MCP — hubungkan Claude langsung ke inbox Gmail kamu untuk workflow yang lebih cepat. Setup di akhir sesi.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02920" y="4398264"/>
            <a:ext cx="11155680" cy="2002536"/>
          </a:xfrm>
          <a:prstGeom prst="roundRect">
            <a:avLst>
              <a:gd name="adj" fmla="val 5479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5354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7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LATIHAN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49808" y="4855464"/>
            <a:ext cx="1065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 inbox. Pilih 1 email belum dibalas.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5184648"/>
            <a:ext cx="106527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Identifikasi tipe: inquiry / komplain / follow-up / konfirmasi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Pilih template dari slide sebelumnya dan isi [placeholder] dengan info nyata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Paste ke Claude, baca output, edit seperlunya, lalu kirim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1 email terkirim hari ini menggunakan Claude.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2026-07-13T16:02:54Z</dcterms:created>
  <dcterms:modified xsi:type="dcterms:W3CDTF">2026-07-13T16:02:54Z</dcterms:modified>
</cp:coreProperties>
</file>