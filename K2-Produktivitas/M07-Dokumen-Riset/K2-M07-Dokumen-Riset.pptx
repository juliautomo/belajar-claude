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Dokumen &amp; Riset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SOP.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Skill dalam Modul Ini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PEKERJAAN "BERPIKIR" YANG SERING MENYITA WAKTU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rapat berantakan → ringkasan keputusan + tabel siapa/apa/kapan, siap dishare dalam hitungan menit.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Proposal, kontrak, laporan panjang → ringkasan sesuai keputusan yang perlu kamu buat, bukan ringkasan generik.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&amp; Riset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kompetitor dan pasar yang kamu punya → SWOT terstruktur untuk keputusan bisnis konkret.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Proses kerja yang selama ini hanya di kepala → SOP tertulis yang bisa dibaca pegawai baru tanpa penjelasan lisan.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36952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3x lebih cepat: bukan karena Claude berpikir untuk kamu, tapi karena Claude membantu menstrukturkan dan mengeksekusi prosesnya.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 → Action Items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CATATAN BERANTAKAN KE TABEL SIAP KIRIM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Berantakan  →  Claude Proses  →  Ringkasan + Action Items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63693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8314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130621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catatan meeting saya: [paste]. Buat: (1) ringkasan keputusan maks 5 poin, (2) action items tabel Siapa|Apa|Deadline, (3) pertanyaan yang belum terjawab.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01642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345605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perlu catatan rapi — poin acak, singkatan, bahkan typo tetap bisa diproses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rapat direkam, transkrip audio dulu → paste hasilnya ke Claude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 Documents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10 HALAMAN DALAM 1 RINGKASAN TERARAH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dokumen ke Claude → tentukan sudut pandang (untuk membalas? presentasi? memutuskan?) → minta output sesuai keputusan yang perlu dibuat.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Laporan Keuangan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"Highlight 3 angka paling penting dan jelaskan artinya untuk kondisi bisnis saya."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5576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8456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88456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82232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Kontrak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8456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klausul yang tidak biasa atau perlu saya perhatikan sebelum tanda tangan?"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Artikel / Riset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ide utama dalam 5 kalimat. Apa yang relevan untuk bisnis saya?"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5576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88456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88456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82232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Thread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88456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inti permasalahan dalam thread ini dan keputusan apa yang sudah disepakati?"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73431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Output: ringkasan 1 halaman atau kurang — cukup untuk ambil keputusan atau membalas dengan percaya 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SWOT &amp; SOP Writing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SKILL UNTUK KEPUTUSAN DAN DOKUMENTASI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SWOT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Claude tidak browsing internet real-time — kamu bawa observasi, Claude bantu menganalisis dan menyusun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"Yang sudah saya observasi: [kompetitor, tren, modal]. Buatkan SWOT — tiap kuadran 3-4 poin konkret."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juga: competitive brief dari deskripsi kompetitor yang kamu lihat langsung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206447"/>
          </a:xfrm>
          <a:prstGeom prst="roundRect">
            <a:avLst>
              <a:gd name="adj" fmla="val 414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45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Ceritakan prosesnya ke Claude — boleh tidak berurutan, boleh campur detail kecil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"Dokumentasikan proses [X]. Format: tujuan, alat, langkah bernomor, checklist, kesalahan umum."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Review dan tambahkan yang kurang — SOP siap untuk pegawai baru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PRAKTIKKAN KEEMPAT SKILL DI KERJAANMU SENDIRI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Ambil 1 catatan rapat terakhir → minta action items. Pilih 1 dokumen yang "menunggu" dibaca → minta ringkasan sesuai keputusan yang perlu kamu buat. Jelaskan 1 keputusan bisnis yang dipertimbangkan → minta SWOT. Ceritakan 1 proses kerja → minta SOP.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78802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13550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output siap pakai: tabel action items, ringkasan dokumen, SWOT 1 halaman, dan 1 SOP untuk pegawai baru.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2026-07-18T03:51:32Z</dcterms:created>
  <dcterms:modified xsi:type="dcterms:W3CDTF">2026-07-18T03:51:32Z</dcterms:modified>
</cp:coreProperties>
</file>