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0" d="100"/>
          <a:sy n="90" d="100"/>
        </p:scale>
        <p:origin x="84" y="21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01333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7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4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Dokumen &amp; Riset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Meeting notes, ringkasan, SWOT, SOP.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Skill dalam Modul Ini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PEKERJAAN "BERPIKIR" YANG SERING MENYITA WAKTU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Shape 7"/>
          <p:cNvSpPr/>
          <p:nvPr/>
        </p:nvSpPr>
        <p:spPr>
          <a:xfrm>
            <a:off x="731520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/>
          <p:nvPr/>
        </p:nvSpPr>
        <p:spPr>
          <a:xfrm>
            <a:off x="73152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Meeting Notes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Catatan rapat berantakan → ringkasan keputusan + tabel siapa/apa/kapan, siap dishare dalam hitungan menit.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05576" y="211226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4" name="Shape 12"/>
          <p:cNvSpPr/>
          <p:nvPr/>
        </p:nvSpPr>
        <p:spPr>
          <a:xfrm>
            <a:off x="6388456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5" name="Text 13"/>
          <p:cNvSpPr/>
          <p:nvPr/>
        </p:nvSpPr>
        <p:spPr>
          <a:xfrm>
            <a:off x="6388456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82232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Summarizing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8456" y="267919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Proposal, kontrak, laporan panjang → ringkasan sesuai keputusan yang perlu kamu buat, bukan ringkasan generik.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9" name="Shape 17"/>
          <p:cNvSpPr/>
          <p:nvPr/>
        </p:nvSpPr>
        <p:spPr>
          <a:xfrm>
            <a:off x="731520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0" name="Text 18"/>
          <p:cNvSpPr/>
          <p:nvPr/>
        </p:nvSpPr>
        <p:spPr>
          <a:xfrm>
            <a:off x="731520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25296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SWOT &amp; Riset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Observasi kompetitor dan pasar yang kamu punya → SWOT terstruktur untuk keputusan bisnis konkret.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05576" y="3447176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4" name="Shape 22"/>
          <p:cNvSpPr/>
          <p:nvPr/>
        </p:nvSpPr>
        <p:spPr>
          <a:xfrm>
            <a:off x="6388456" y="3630056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5" name="Text 23"/>
          <p:cNvSpPr/>
          <p:nvPr/>
        </p:nvSpPr>
        <p:spPr>
          <a:xfrm>
            <a:off x="6388456" y="3630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82232" y="3602624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SOP Writing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88456" y="4014104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Proses kerja yang selama ini hanya di kepala → SOP tertulis yang bisa dibaca pegawai baru tanpa penjelasan lisan.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836952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Semua 3x lebih cepat: bukan karena Claude berpikir untuk kamu, tapi karena Claude membantu menstrukturkan dan mengeksekusi prosesnya.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Meeting Notes → Action Items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CATATAN BERANTAKAN KE TABEL SIAP KIRIM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2685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40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Catatan Berantakan  →  Claude Proses  →  Ringkasan + Action Items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563693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/>
          <p:nvPr/>
        </p:nvSpPr>
        <p:spPr>
          <a:xfrm>
            <a:off x="768096" y="2783149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3130621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Ini catatan meeting saya: [paste]. Buat: (1) ringkasan keputusan maks 5 poin, (2) action items tabel Siapa|Apa|Deadline, (3) pertanyaan yang belum terjawab.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016421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TIPS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345605"/>
            <a:ext cx="11094415" cy="584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Tidak perlu catatan rapi — poin acak, singkatan, bahkan typo tetap bisa diproses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rapat direkam, transkrip audio dulu → paste hasilnya ke Claude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Summarizing Documents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10 HALAMAN DALAM 1 RINGKASAN TERARAH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Paste dokumen ke Claude → tentukan sudut pandang (untuk membalas? presentasi? memutuskan?) → minta output sesuai keputusan yang perlu dibuat.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48742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0" name="Shape 8"/>
          <p:cNvSpPr/>
          <p:nvPr/>
        </p:nvSpPr>
        <p:spPr>
          <a:xfrm>
            <a:off x="731520" y="3031622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1" name="Text 9"/>
          <p:cNvSpPr/>
          <p:nvPr/>
        </p:nvSpPr>
        <p:spPr>
          <a:xfrm>
            <a:off x="731520" y="303162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25296" y="3004190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Laporan Keuangan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415670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"Highlight 3 angka paling penting dan jelaskan artinya untuk kondisi bisnis saya."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05576" y="2848742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5" name="Shape 13"/>
          <p:cNvSpPr/>
          <p:nvPr/>
        </p:nvSpPr>
        <p:spPr>
          <a:xfrm>
            <a:off x="6388456" y="3031622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16" name="Text 14"/>
          <p:cNvSpPr/>
          <p:nvPr/>
        </p:nvSpPr>
        <p:spPr>
          <a:xfrm>
            <a:off x="6388456" y="303162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82232" y="3004190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Kontrak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388456" y="3415670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"Apa klausul yang tidak biasa atau perlu saya perhatikan sebelum tanda tangan?"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18365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0" name="Shape 18"/>
          <p:cNvSpPr/>
          <p:nvPr/>
        </p:nvSpPr>
        <p:spPr>
          <a:xfrm>
            <a:off x="731520" y="436653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1" name="Text 19"/>
          <p:cNvSpPr/>
          <p:nvPr/>
        </p:nvSpPr>
        <p:spPr>
          <a:xfrm>
            <a:off x="731520" y="436653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25296" y="433910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Artikel / Riset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475058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"Ringkas ide utama dalam 5 kalimat. Apa yang relevan untuk bisnis saya?"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05576" y="4183654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25" name="Shape 23"/>
          <p:cNvSpPr/>
          <p:nvPr/>
        </p:nvSpPr>
        <p:spPr>
          <a:xfrm>
            <a:off x="6388456" y="436653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26" name="Text 24"/>
          <p:cNvSpPr/>
          <p:nvPr/>
        </p:nvSpPr>
        <p:spPr>
          <a:xfrm>
            <a:off x="6388456" y="436653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882232" y="433910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Thread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388456" y="4750582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"Apa inti permasalahan dalam thread ini dan keputusan apa yang sudah disepakati?"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5573431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Output: ringkasan 1 halaman atau kurang — cukup untuk ambil keputusan atau membalas dengan percaya diri.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Riset SWOT &amp; SOP Writing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DUA SKILL UNTUK KEPUTUSAN DAN DOKUMENTASI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2449220"/>
          </a:xfrm>
          <a:prstGeom prst="roundRect">
            <a:avLst>
              <a:gd name="adj" fmla="val 373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" dirty="0">
                <a:latin typeface="Helvetica" pitchFamily="34" charset="0"/>
                <a:ea typeface="Helvetica" pitchFamily="34" charset="-122"/>
                <a:cs typeface="Helvetica" pitchFamily="34" charset="-120"/>
              </a:rPr>
              <a:t>RISET &amp; SWOT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169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Analisis paling tajam datang dari observasi langsungmu, bukan pencarian umum — kamu bawa observasi, Claude bantu menganalisis dan menyusun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Prompt: "Yang sudah saya observasi: [kompetitor, tren, modal]. Buatkan SWOT — tiap kuadran 3-4 poin konkret."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Bisa juga: competitive brief dari deskripsi kompetitor yang kamu lihat langsung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2449220"/>
          </a:xfrm>
          <a:prstGeom prst="roundRect">
            <a:avLst>
              <a:gd name="adj" fmla="val 373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SOP WRITING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16994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Ceritakan prosesnya ke Claude — boleh tidak berurutan, boleh campur detail kecil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Prompt: "Dokumentasikan proses [X]. Format: tujuan, alat, langkah bernomor, checklist, kesalahan umum."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Review dan tambahkan yang kurang — SOP siap untuk pegawai baru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Perkuat Riset dengan Web Search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KAPAN DIPAKAI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Observasi langsungmu tetap paling tajam untuk detail spesifik bisnismu — tapi kalau Claude-mu punya fitur web search aktif, minta Claude cari info terkini untuk melengkapi: tren pasar, berita industri, atau data publik kompetitor.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48742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/>
          <p:nvPr/>
        </p:nvSpPr>
        <p:spPr>
          <a:xfrm>
            <a:off x="768096" y="3068198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3415670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Cari informasi terbaru soal tren pasar tas kanvas casual di Indonesia tahun ini, dan data publik tentang kompetitor seperti Kanvas Kita atau Totewear.id. Bandingkan dengan observasiku di SWOT tadi — ada yang perlu ditambahkan?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301470"/>
            <a:ext cx="11094415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Web search melengkapi gambaran besar, bukan pengganti observasi lapanganmu. Belum ada web search? Cari manual di Google, paste hasilnya ke Claude.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SWOT → Slide Presentasi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KAPAN DIPAKAI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SWOT atau riset yang sudah kamu buat biasanya perlu dipresentasikan — ke partner bisnis, calon investor, atau tim internal. Daripada mengetik ulang manual di PowerPoint, minta Claude langsung susun jadi slide.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48742"/>
            <a:ext cx="11094415" cy="1429283"/>
          </a:xfrm>
          <a:prstGeom prst="roundRect">
            <a:avLst>
              <a:gd name="adj" fmla="val 6398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0" name="Text 8"/>
          <p:cNvSpPr/>
          <p:nvPr/>
        </p:nvSpPr>
        <p:spPr>
          <a:xfrm>
            <a:off x="768096" y="3068198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3415670"/>
            <a:ext cx="10655503" cy="642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SWOT tas kanvas yang sudah kita buat tadi, buatkan sebagai file presentasi (.pptx): 1 slide judul, lalu 1 slide per kuadran dengan judul singkat dan 3-4 bullet point per slide, dan 1 slide kesimpulan dengan rekomendasi. Desain simpel dan rapi, siap dipakai presentasi atau dipoles lebih lanjut di PowerPoint atau Google Slides.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4515769"/>
            <a:ext cx="11094415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Belum bisa bikin file langsung? Prompt yang sama tetap menghasilkan teks terstruktur per slide — tinggal copy-paste manual ke PowerPoint atau Google Slides.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PRAKTIKKAN KEEMPAT SKILL DI KERJAANMU SENDIRI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Ambil 1 catatan rapat terakhir → minta action items. Pilih 1 dokumen yang "menunggu" dibaca → minta ringkasan sesuai keputusan yang perlu kamu buat. Jelaskan 1 keputusan bisnis yang dipertimbangkan → minta SWOT, lalu ubah jadi slide presentasi. Ceritakan 1 proses kerja → minta SOP.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30384"/>
            <a:ext cx="11094415" cy="993331"/>
          </a:xfrm>
          <a:prstGeom prst="roundRect">
            <a:avLst>
              <a:gd name="adj" fmla="val 9205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749808" y="403155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OUTPUT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9808" y="4379024"/>
            <a:ext cx="10692079" cy="243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output siap pakai: tabel action items, ringkasan dokumen, SWOT 1 halaman, dan 1 SOP untuk pegawai baru.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  <p:txBody>
          <a:bodyPr/>
          <a:lstStyle/>
          <a:p>
            <a:endParaRPr lang="en-ID"/>
          </a:p>
        </p:txBody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07 — Dokumen &amp; Riset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Team Wiki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4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4 DOKUMEN TERPISAH JADI 1 HALAMAN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KAPAN DIPAKAI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Meeting notes, ringkasan, SWOT, dan SOP biasanya berakhir sebagai chat terpisah yang gampang hilang. Minta Claude satukan jadi 1 halaman HTML dengan navigasi sederhana — team wiki kecil yang bisa kamu tambah isinya tiap kali menjalankan modul ini lagi. Belum ada bahan sendiri? Pakai k2-m7-contoh-dokumen.txt.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30384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  <p:txBody>
          <a:bodyPr/>
          <a:lstStyle/>
          <a:p>
            <a:endParaRPr lang="en-ID"/>
          </a:p>
        </p:txBody>
      </p:sp>
      <p:sp>
        <p:nvSpPr>
          <p:cNvPr id="12" name="Text 10"/>
          <p:cNvSpPr/>
          <p:nvPr/>
        </p:nvSpPr>
        <p:spPr>
          <a:xfrm>
            <a:off x="768096" y="4049840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3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4397312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4 hasil tadi — ringkasan meeting, ringkasan proposal, SWOT, dan SOP — buatkan saya 1 halaman HTML “Team Wiki” dengan sidebar navigasi ke 4 bagian tersebut. Simpan sebagai 1 file HTML yang bisa saya buka lagi dan tambahkan dokumen baru tiap minggu.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990</Words>
  <Application>Microsoft Office PowerPoint</Application>
  <PresentationFormat>Widescreen</PresentationFormat>
  <Paragraphs>103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Julia Utomo</cp:lastModifiedBy>
  <cp:revision>2</cp:revision>
  <dcterms:created xsi:type="dcterms:W3CDTF">2026-07-23T04:04:29Z</dcterms:created>
  <dcterms:modified xsi:type="dcterms:W3CDTF">2026-07-23T04:09:25Z</dcterms:modified>
</cp:coreProperties>
</file>