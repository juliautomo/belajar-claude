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7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Dokumen &amp; Riset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notes, ringkasan, SWOT, SOP.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Skill dalam Modul Ini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PEKERJAAN "BERPIKIR" YANG SERING MENYITA WAKTU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Catatan rapat berantakan → ringkasan keputusan + tabel siapa/apa/kapan, siap dishare dalam hitungan menit.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Summarizing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Proposal, kontrak, laporan panjang → ringkasan sesuai keputusan yang perlu kamu buat, bukan ringkasan generik.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&amp; Riset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Observasi kompetitor dan pasar yang kamu punya → SWOT terstruktur untuk keputusan bisnis konkret.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Writing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Proses kerja yang selama ini hanya di kepala → SOP tertulis yang bisa dibaca pegawai baru tanpa penjelasan lisan.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836952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3x lebih cepat: bukan karena Claude berpikir untuk kamu, tapi karena Claude membantu menstrukturkan dan mengeksekusi prosesnya.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 → Action Items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CATATAN BERANTAKAN KE TABEL SIAP KIRIM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68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Catatan Berantakan  →  Claude Proses  →  Ringkasan + Action Items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63693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2783149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130621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Ini catatan meeting saya: [paste]. Buat: (1) ringkasan keputusan maks 5 poin, (2) action items tabel Siapa|Apa|Deadline, (3) pertanyaan yang belum terjawab.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016421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345605"/>
            <a:ext cx="11094415" cy="584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perlu catatan rapi — poin acak, singkatan, bahkan typo tetap bisa diproses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rapat direkam, transkrip audio dulu → paste hasilnya ke Claude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Summarizing Documents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10 HALAMAN DALAM 1 RINGKASAN TERARAH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dokumen ke Claude → tentukan sudut pandang (untuk membalas? presentasi? memutuskan?) → minta output sesuai keputusan yang perlu dibuat.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48742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031622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03162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25296" y="3004190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Laporan Keuangan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415670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"Highlight 3 angka paling penting dan jelaskan artinya untuk kondisi bisnis saya."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5576" y="2848742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8456" y="3031622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88456" y="303162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82232" y="3004190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Kontrak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88456" y="3415670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"Apa klausul yang tidak biasa atau perlu saya perhatikan sebelum tanda tangan?"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8365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36653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36653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25296" y="433910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Artikel / Riset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75058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"Ringkas ide utama dalam 5 kalimat. Apa yang relevan untuk bisnis saya?"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05576" y="418365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88456" y="436653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6" name="Text 24"/>
          <p:cNvSpPr/>
          <p:nvPr/>
        </p:nvSpPr>
        <p:spPr>
          <a:xfrm>
            <a:off x="6388456" y="436653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82232" y="433910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Thread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88456" y="475058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"Apa inti permasalahan dalam thread ini dan keputusan apa yang sudah disepakati?"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573431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Output: ringkasan 1 halaman atau kurang — cukup untuk ambil keputusan atau membalas dengan percaya diri.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SWOT &amp; SOP Writing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SKILL UNTUK KEPUTUSAN DAN DOKUMENTASI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&amp; SWOT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Claude tidak browsing internet real-time — kamu bawa observasi, Claude bantu menganalisis dan menyusun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Prompt: "Yang sudah saya observasi: [kompetitor, tren, modal]. Buatkan SWOT — tiap kuadran 3-4 poin konkret."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Bisa juga: competitive brief dari deskripsi kompetitor yang kamu lihat langsung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WRITING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Ceritakan prosesnya ke Claude — boleh tidak berurutan, boleh campur detail kecil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Prompt: "Dokumentasikan proses [X]. Format: tujuan, alat, langkah bernomor, checklist, kesalahan umum."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Review dan tambahkan yang kurang — SOP siap untuk pegawai baru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→ Slide Presentasi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DIPAKAI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atau riset yang sudah kamu buat biasanya perlu dipresentasikan — ke partner bisnis, calon investor, atau tim internal. Daripada mengetik ulang manual di PowerPoint, minta Claude langsung susun jadi slide.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48742"/>
            <a:ext cx="11094415" cy="1429283"/>
          </a:xfrm>
          <a:prstGeom prst="roundRect">
            <a:avLst>
              <a:gd name="adj" fmla="val 6398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068198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415670"/>
            <a:ext cx="10655503" cy="642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SWOT tas kanvas yang sudah kita buat tadi, buatkan sebagai file presentasi (.pptx): 1 slide judul, lalu 1 slide per kuadran dengan judul singkat dan 3-4 bullet point per slide, dan 1 slide kesimpulan dengan rekomendasi. Desain simpel dan rapi, siap dipakai presentasi atau dipoles lebih lanjut di PowerPoint atau Google Slides.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515769"/>
            <a:ext cx="11094415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Belum bisa bikin file langsung? Prompt yang sama tetap menghasilkan teks terstruktur per slide — tinggal copy-paste manual ke PowerPoint atau Google Slides.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PRAKTIKKAN KEEMPAT SKILL DI KERJAANMU SENDIRI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Ambil 1 catatan rapat terakhir → minta action items. Pilih 1 dokumen yang "menunggu" dibaca → minta ringkasan sesuai keputusan yang perlu kamu buat. Jelaskan 1 keputusan bisnis yang dipertimbangkan → minta SWOT, lalu ubah jadi slide presentasi. Ceritakan 1 proses kerja → minta SOP.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03155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379024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output siap pakai: tabel action items, ringkasan dokumen, SWOT 1 halaman, dan 1 SOP untuk pegawai baru.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Team Wiki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4 DOKUMEN TERPISAH JADI 1 HALAMAN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notes, ringkasan, SWOT, dan SOP biasanya berakhir sebagai chat terpisah yang gampang hilang. Minta Claude satukan jadi 1 halaman HTML dengan navigasi sederhana — team wiki kecil yang bisa kamu tambah isinya tiap kali menjalankan modul ini lagi. Belum ada bahan sendiri? Pakai k2-m7-contoh-dokumen.txt.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4049840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397312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4 hasil tadi — ringkasan meeting, ringkasan proposal, SWOT, dan SOP — buatkan saya 1 halaman HTML “Team Wiki” dengan sidebar navigasi ke 4 bagian tersebut. Simpan sebagai 1 file HTML yang bisa saya buka lagi dan tambahkan dokumen baru tiap minggu.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2026-07-22T14:46:47Z</dcterms:created>
  <dcterms:modified xsi:type="dcterms:W3CDTF">2026-07-22T14:46:47Z</dcterms:modified>
</cp:coreProperties>
</file>