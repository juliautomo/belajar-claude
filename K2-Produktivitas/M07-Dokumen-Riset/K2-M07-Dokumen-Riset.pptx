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618927" y="384048"/>
            <a:ext cx="1024128" cy="384048"/>
          </a:xfrm>
          <a:prstGeom prst="roundRect">
            <a:avLst>
              <a:gd name="adj" fmla="val 23810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/>
          <p:nvPr/>
        </p:nvSpPr>
        <p:spPr>
          <a:xfrm>
            <a:off x="10618927" y="3840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7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PRODUKTIVITAS KANTOR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7589520" cy="886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Dokumen &amp; Riset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211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Meeting notes, ringkasan, SWOT, SOP.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07 — Dokumen &amp; Riset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Skill dalam Modul Ini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PEKERJAAN "BERPIKIR" YANG SERING MENYITA WAKTU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5437480" cy="1152032"/>
          </a:xfrm>
          <a:prstGeom prst="roundRect">
            <a:avLst>
              <a:gd name="adj" fmla="val 793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9514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25296" y="2267712"/>
            <a:ext cx="457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Meeting Notes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679192"/>
            <a:ext cx="5071720" cy="40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Catatan rapat berantakan → ringkasan keputusan + tabel siapa/apa/kapan, siap dishare dalam hitungan menit.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5576" y="2112264"/>
            <a:ext cx="5437480" cy="1152032"/>
          </a:xfrm>
          <a:prstGeom prst="roundRect">
            <a:avLst>
              <a:gd name="adj" fmla="val 793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8456" y="229514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88456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82232" y="2267712"/>
            <a:ext cx="457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Summarizing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8456" y="2679192"/>
            <a:ext cx="5071720" cy="40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Proposal, kontrak, laporan panjang → ringkasan sesuai keputusan yang perlu kamu buat, bukan ringkasan generik.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47176"/>
            <a:ext cx="5437480" cy="1152032"/>
          </a:xfrm>
          <a:prstGeom prst="roundRect">
            <a:avLst>
              <a:gd name="adj" fmla="val 793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630056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3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25296" y="3602624"/>
            <a:ext cx="457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SWOT &amp; Riset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014104"/>
            <a:ext cx="5071720" cy="40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Observasi kompetitor dan pasar yang kamu punya → SWOT terstruktur untuk keputusan bisnis konkret.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05576" y="3447176"/>
            <a:ext cx="5437480" cy="1152032"/>
          </a:xfrm>
          <a:prstGeom prst="roundRect">
            <a:avLst>
              <a:gd name="adj" fmla="val 793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8456" y="3630056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5" name="Text 23"/>
          <p:cNvSpPr/>
          <p:nvPr/>
        </p:nvSpPr>
        <p:spPr>
          <a:xfrm>
            <a:off x="6388456" y="363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82232" y="3602624"/>
            <a:ext cx="457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 Writing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88456" y="4014104"/>
            <a:ext cx="5071720" cy="40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Proses kerja yang selama ini hanya di kepala → SOP tertulis yang bisa dibaca pegawai baru tanpa penjelasan lisan.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836952"/>
            <a:ext cx="11094415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Semua 3x lebih cepat: bukan karena Claude berpikir untuk kamu, tapi karena Claude membantu menstrukturkan dan mengeksekusi prosesnya.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07 — Dokumen &amp; Riset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Meeting Notes → Action Items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CATATAN BERANTAKAN KE TABEL SIAP KIRIM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112264"/>
            <a:ext cx="11094415" cy="26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Catatan Berantakan  →  Claude Proses  →  Ringkasan + Action Items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63693"/>
            <a:ext cx="11094415" cy="1214984"/>
          </a:xfrm>
          <a:prstGeom prst="roundRect">
            <a:avLst>
              <a:gd name="adj" fmla="val 7526"/>
            </a:avLst>
          </a:prstGeom>
          <a:solidFill>
            <a:srgbClr val="141D33"/>
          </a:solidFill>
          <a:ln w="12700">
            <a:solidFill>
              <a:srgbClr val="6849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783149"/>
            <a:ext cx="10655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8096" y="3130621"/>
            <a:ext cx="10655503" cy="4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Ini catatan meeting saya: [paste]. Buat: (1) ringkasan keputusan maks 5 poin, (2) action items tabel Siapa|Apa|Deadline, (3) pertanyaan yang belum terjawab.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16421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345605"/>
            <a:ext cx="11094415" cy="58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Tidak perlu catatan rapi — poin acak, singkatan, bahkan typo tetap bisa diproses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Kalau rapat direkam, transkrip audio dulu → paste hasilnya ke Claude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07 — Dokumen &amp; Riset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Summarizing Documents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BACA 10 HALAMAN DALAM 1 RINGKASAN TERARAH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112264"/>
            <a:ext cx="11094415" cy="49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Paste dokumen ke Claude → tentukan sudut pandang (untuk membalas? presentasi? memutuskan?) → minta output sesuai keputusan yang perlu dibuat.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48742"/>
            <a:ext cx="5437480" cy="1152032"/>
          </a:xfrm>
          <a:prstGeom prst="roundRect">
            <a:avLst>
              <a:gd name="adj" fmla="val 793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31622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3162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25296" y="3004190"/>
            <a:ext cx="457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Laporan Keuangan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415670"/>
            <a:ext cx="5071720" cy="40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"Highlight 3 angka paling penting dan jelaskan artinya untuk kondisi bisnis saya."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5576" y="2848742"/>
            <a:ext cx="5437480" cy="1152032"/>
          </a:xfrm>
          <a:prstGeom prst="roundRect">
            <a:avLst>
              <a:gd name="adj" fmla="val 793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8456" y="3031622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88456" y="303162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82232" y="3004190"/>
            <a:ext cx="457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Kontrak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8456" y="3415670"/>
            <a:ext cx="5071720" cy="40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"Apa klausul yang tidak biasa atau perlu saya perhatikan sebelum tanda tangan?"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83654"/>
            <a:ext cx="5437480" cy="1152032"/>
          </a:xfrm>
          <a:prstGeom prst="roundRect">
            <a:avLst>
              <a:gd name="adj" fmla="val 793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6653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6653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25296" y="4339102"/>
            <a:ext cx="457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Artikel / Riset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750582"/>
            <a:ext cx="5071720" cy="40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"Ringkas ide utama dalam 5 kalimat. Apa yang relevan untuk bisnis saya?"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05576" y="4183654"/>
            <a:ext cx="5437480" cy="1152032"/>
          </a:xfrm>
          <a:prstGeom prst="roundRect">
            <a:avLst>
              <a:gd name="adj" fmla="val 793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88456" y="436653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6" name="Text 24"/>
          <p:cNvSpPr/>
          <p:nvPr/>
        </p:nvSpPr>
        <p:spPr>
          <a:xfrm>
            <a:off x="6388456" y="436653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82232" y="4339102"/>
            <a:ext cx="457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Thread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88456" y="4750582"/>
            <a:ext cx="5071720" cy="40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"Apa inti permasalahan dalam thread ini dan keputusan apa yang sudah disepakati?"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573431"/>
            <a:ext cx="11094415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 ringkasan 1 halaman atau kurang — cukup untuk ambil keputusan atau membalas dengan percaya diri.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07 — Dokumen &amp; Riset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Riset SWOT &amp; SOP Writing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DUA SKILL UNTUK KEPUTUSAN DAN DOKUMENTASI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5410048" cy="2206447"/>
          </a:xfrm>
          <a:prstGeom prst="roundRect">
            <a:avLst>
              <a:gd name="adj" fmla="val 4144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13432"/>
            <a:ext cx="500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RISET &amp; SWOT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2660904"/>
            <a:ext cx="5007712" cy="145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Claude tidak browsing internet real-time — kamu bawa observasi, Claude bantu menganalisis dan menyusun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Prompt: "Yang sudah saya observasi: [kompetitor, tren, modal]. Buatkan SWOT — tiap kuadran 3-4 poin konkret."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Bisa juga: competitive brief dari deskripsi kompetitor yang kamu lihat langsung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2112264"/>
            <a:ext cx="5410048" cy="2206447"/>
          </a:xfrm>
          <a:prstGeom prst="roundRect">
            <a:avLst>
              <a:gd name="adj" fmla="val 4144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4176" y="2313432"/>
            <a:ext cx="500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SOP WRITING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34176" y="2660904"/>
            <a:ext cx="5007712" cy="145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Ceritakan prosesnya ke Claude — boleh tidak berurutan, boleh campur detail kecil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Prompt: "Dokumentasikan proses [X]. Format: tujuan, alat, langkah bernomor, checklist, kesalahan umum."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Review dan tambahkan yang kurang — SOP siap untuk pegawai baru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07 — Dokumen &amp; Riset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PRAKTIKKAN KEEMPAT SKILL DI KERJAANMU SENDIRI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11094415" cy="1236853"/>
          </a:xfrm>
          <a:prstGeom prst="roundRect">
            <a:avLst>
              <a:gd name="adj" fmla="val 7393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13432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 LATIHAN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660904"/>
            <a:ext cx="10692079" cy="4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Ambil 1 catatan rapat terakhir → minta action items. Pilih 1 dokumen yang "menunggu" dibaca → minta ringkasan sesuai keputusan yang perlu kamu buat. Jelaskan 1 keputusan bisnis yang dipertimbangkan → minta SWOT. Ceritakan 1 proses kerja → minta SOP.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86861"/>
            <a:ext cx="11094415" cy="993331"/>
          </a:xfrm>
          <a:prstGeom prst="roundRect">
            <a:avLst>
              <a:gd name="adj" fmla="val 9205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788029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 OUTPUT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" y="4135501"/>
            <a:ext cx="10692079" cy="243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output siap pakai: tabel action items, ringkasan dokumen, SWOT 1 halaman, dan 1 SOP untuk pegawai baru.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07 — Dokumen &amp; Riset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Up: Team Wiki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BONUS — 4 DOKUMEN TERPISAH JADI 1 HALAMAN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11094415" cy="1480376"/>
          </a:xfrm>
          <a:prstGeom prst="roundRect">
            <a:avLst>
              <a:gd name="adj" fmla="val 617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13432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KAPAN DIPAKAI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660904"/>
            <a:ext cx="10692079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Meeting notes, ringkasan, SWOT, dan SOP biasanya berakhir sebagai chat terpisah yang gampang hilang. Minta Claude satukan jadi 1 halaman HTML dengan navigasi sederhana — team wiki kecil yang bisa kamu tambah isinya tiap kali menjalankan modul ini lagi. Belum ada bahan sendiri? Pakai k2-m7-contoh-dokumen.txt.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30384"/>
            <a:ext cx="11094415" cy="1214984"/>
          </a:xfrm>
          <a:prstGeom prst="roundRect">
            <a:avLst>
              <a:gd name="adj" fmla="val 7526"/>
            </a:avLst>
          </a:prstGeom>
          <a:solidFill>
            <a:srgbClr val="141D33"/>
          </a:solidFill>
          <a:ln w="12700">
            <a:solidFill>
              <a:srgbClr val="6849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4049840"/>
            <a:ext cx="10655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PROMPT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" y="4397312"/>
            <a:ext cx="10655503" cy="4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4 hasil tadi — ringkasan meeting, ringkasan proposal, SWOT, dan SOP — buatkan saya 1 halaman HTML “Team Wiki” dengan sidebar navigasi ke 4 bagian tersebut. Simpan sebagai 1 file HTML yang bisa saya buka lagi dan tambahkan dokumen baru tiap minggu.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2026-07-18T08:20:10Z</dcterms:created>
  <dcterms:modified xsi:type="dcterms:W3CDTF">2026-07-18T08:20:10Z</dcterms:modified>
</cp:coreProperties>
</file>