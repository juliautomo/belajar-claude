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8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Case Study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modul dalam satu hari kerja nyata.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Skenario yang Mirip Situasimu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HARI KERJA SIBUK — IKUTI STEP BY STEP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SKENARIO A — RINA (UMKM FASHION)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Senin pagi setelah libur 3 hari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23 email belum dibalas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10 produk baru belum ada deskripsi Tokopedia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penjualan bulan lalu belum dianalisis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1 calon reseller Yogyakarta minta proposal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Catatan meeting supplier belum dirapikan + deadline konten IG hari ini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SKENARIO B — BUDI (KONSULTAN FREELANCE)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Pitching ke klien baru besok jam 10 pagi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Riset kompetitor klien belum mulai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Proposal kerjasama belum mulai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Deck presentasi 8 slide belum mulai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Email konfirmasi jadwal + 2 follow-up klien lama menunggu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Sekarang jam 2 siang — waktu terbatas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799228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vs Dengan: tanpa Claude 5-6 jam kerja. Dengan K2, selesai jauh lebih cepat — ikuti salah satu step by step.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Skenario A: Senin Pagi Kasual Studio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YANG DIPAKAI DI SETIAP LANGKAH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sudah aktif (M02) → 23 email dengan Role Prompting + Gmail + Batch (M01/M03/M05) → 10 deskripsi produk (M05) → analisis Sheets (M04) → proposal chain (M06) → catatan meeting (M07) → caption IG (M01).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29560"/>
          <a:ext cx="11094415" cy="914400"/>
        </p:xfrm>
        <a:graphic>
          <a:graphicData uri="http://schemas.openxmlformats.org/drawingml/2006/table">
            <a:tbl>
              <a:tblPr/>
              <a:tblGrid>
                <a:gridCol w="3772101"/>
                <a:gridCol w="2440771"/>
                <a:gridCol w="2440771"/>
                <a:gridCol w="2440771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Tugas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Modul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Biasa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Dengan Claude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 email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M01+M03+M05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28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 deskripsi produk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M05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Analisis penjualan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M04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Proposal reseller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M06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22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Catatan meeting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M07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Caption Instagram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M01+M02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Total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~6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~66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Skenario B: Deadline Besok — Budi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YANG DIPAKAI DI SETIAP LANGKAH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kompetitor (M07) → proposal chain 4 step (M06) → batch 3 email sekaligus (M05) → ringkas proposal jadi deck 8 slide (M07+M06).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89784"/>
          <a:ext cx="11094415" cy="914400"/>
        </p:xfrm>
        <a:graphic>
          <a:graphicData uri="http://schemas.openxmlformats.org/drawingml/2006/table">
            <a:tbl>
              <a:tblPr/>
              <a:tblGrid>
                <a:gridCol w="3772101"/>
                <a:gridCol w="2440771"/>
                <a:gridCol w="2440771"/>
                <a:gridCol w="2440771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Tugas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Modul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Biasa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Dengan Claude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2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Riset kompetitor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M07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Proposal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M06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 email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M05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20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Deck presentasi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M07+M06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Total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83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~4,5 jam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A44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~55 menit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4711192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4912360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TANTANGAN AKHIR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49808" y="5259832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skenario paling mirip situasimu — atau buat versimu sendiri. List semua tugas, tandai modul mana yang bisa bantu, catat waktu aktual yang dihemat.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08 — Case Study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Penguasaan K2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PASTIKAN KAMU BENAR-BENAR BISA — BUKAN SEKADAR SUDAH NONTON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259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 Role Prompting — bisa tulis prompt 4 elemen tanpa lihat contoh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 Claude Projects — punya 1 Project aktif dengan Instructions terisi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 Gmail + Claude — proses 3 email dalam 10 menit rata-rata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 Google Sheets — bisa minta formula &amp; insight dari data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 Batch Prompting — proses 5+ item sekaligus dengan 1 prompt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 Prompt Chaining — sudah buat chain minimal 3 step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  Dokumen &amp; Riset — sudah proses meeting notes &amp; SWOT/SOP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  Case Study — simulasi hari kerja sibuk, catat waktu yang dihemat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609897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4811065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LANJUT KE K3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5158537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Setelah checklist ini selesai, kamu siap lanjut ke K3 — Content &amp; Marketing: strategi konten, iklan, dan pemasaran bisnis dengan Claude.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2026-07-18T03:51:34Z</dcterms:created>
  <dcterms:modified xsi:type="dcterms:W3CDTF">2026-07-18T03:51:34Z</dcterms:modified>
</cp:coreProperties>
</file>