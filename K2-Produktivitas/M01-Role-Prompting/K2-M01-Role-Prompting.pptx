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58851" y="0"/>
            <a:ext cx="4632844" cy="6858000"/>
          </a:xfrm>
          <a:prstGeom prst="rect">
            <a:avLst/>
          </a:prstGeom>
          <a:solidFill>
            <a:srgbClr val="141D3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10618927" y="384048"/>
            <a:ext cx="1024128" cy="384048"/>
          </a:xfrm>
          <a:prstGeom prst="roundRect">
            <a:avLst>
              <a:gd name="adj" fmla="val 23810"/>
            </a:avLst>
          </a:prstGeom>
          <a:solidFill>
            <a:srgbClr val="6849F6"/>
          </a:solidFill>
          <a:ln/>
        </p:spPr>
      </p:sp>
      <p:sp>
        <p:nvSpPr>
          <p:cNvPr id="5" name="Text 3"/>
          <p:cNvSpPr/>
          <p:nvPr/>
        </p:nvSpPr>
        <p:spPr>
          <a:xfrm>
            <a:off x="10618927" y="38404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1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23317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" kern="0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PRODUKTIVITAS KANTOR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697480"/>
            <a:ext cx="7589520" cy="886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Role Prompting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548640" y="372110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50" dirty="0">
                <a:solidFill>
                  <a:srgbClr val="B7C0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Satu framework yang mengubah cara kamu pakai Claude selamanya.</a:t>
            </a:r>
            <a:endParaRPr lang="en-US" sz="15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01 — Role Prompting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Framework 4 Elemen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2011680"/>
            <a:ext cx="2581580" cy="1261750"/>
          </a:xfrm>
          <a:prstGeom prst="roundRect">
            <a:avLst>
              <a:gd name="adj" fmla="val 7247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2212848"/>
            <a:ext cx="384048" cy="384048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2212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271016" y="2194560"/>
            <a:ext cx="1658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ROLE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49808" y="2633472"/>
            <a:ext cx="2179244" cy="4387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Siapa Claude dalam konteks ini?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386252" y="2011680"/>
            <a:ext cx="2581580" cy="1261750"/>
          </a:xfrm>
          <a:prstGeom prst="roundRect">
            <a:avLst>
              <a:gd name="adj" fmla="val 7247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87420" y="2212848"/>
            <a:ext cx="384048" cy="384048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4" name="Text 12"/>
          <p:cNvSpPr/>
          <p:nvPr/>
        </p:nvSpPr>
        <p:spPr>
          <a:xfrm>
            <a:off x="3587420" y="2212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108628" y="2194560"/>
            <a:ext cx="1658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KONTEKS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587420" y="2633472"/>
            <a:ext cx="2179244" cy="4387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Situasi, latar, dan info relevan.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223864" y="2011680"/>
            <a:ext cx="2581580" cy="1261750"/>
          </a:xfrm>
          <a:prstGeom prst="roundRect">
            <a:avLst>
              <a:gd name="adj" fmla="val 7247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25032" y="2212848"/>
            <a:ext cx="384048" cy="384048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9" name="Text 17"/>
          <p:cNvSpPr/>
          <p:nvPr/>
        </p:nvSpPr>
        <p:spPr>
          <a:xfrm>
            <a:off x="6425032" y="2212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946240" y="2194560"/>
            <a:ext cx="1658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TUGAS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25032" y="2633472"/>
            <a:ext cx="2179244" cy="4387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Satu instruksi utama yang jelas.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061475" y="2011680"/>
            <a:ext cx="2581580" cy="1261750"/>
          </a:xfrm>
          <a:prstGeom prst="roundRect">
            <a:avLst>
              <a:gd name="adj" fmla="val 7247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262643" y="2212848"/>
            <a:ext cx="384048" cy="384048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24" name="Text 22"/>
          <p:cNvSpPr/>
          <p:nvPr/>
        </p:nvSpPr>
        <p:spPr>
          <a:xfrm>
            <a:off x="9262643" y="2212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9783851" y="2194560"/>
            <a:ext cx="1658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FORMAT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9262643" y="2633472"/>
            <a:ext cx="2179244" cy="4387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Panjang, struktur, dan bahasa output.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48640" y="3511174"/>
            <a:ext cx="11094415" cy="498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Framework ini berlaku untuk semua modul berikutnya — Role menentukan siapa Claude, Konteks memberi latar situasi, Tugas adalah satu perintah utama, dan Format menentukan bentuk output.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01 — Role Prompting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Seperti Apa Bedanya?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410048" cy="1963674"/>
          </a:xfrm>
          <a:prstGeom prst="roundRect">
            <a:avLst>
              <a:gd name="adj" fmla="val 465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167128"/>
            <a:ext cx="500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" kern="0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PROMPT BURUK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49808" y="2514600"/>
            <a:ext cx="5007712" cy="12138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"Tolong bantu saya buat email"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Yang hilang: Role, Penerima, Tujuan, Tone, Panjang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Hasil: template generik yang perlu banyak diedit.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33008" y="1965960"/>
            <a:ext cx="5410048" cy="1963674"/>
          </a:xfrm>
          <a:prstGeom prst="roundRect">
            <a:avLst>
              <a:gd name="adj" fmla="val 4657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34176" y="2167128"/>
            <a:ext cx="500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PROMPT BAIK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34176" y="2514600"/>
            <a:ext cx="5007712" cy="12138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Role — manajer komunikasi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Konteks — email klien komplain keterlambatan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Tugas — balas dengan empati + solusi + CTA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Format — maks 150 kata, formal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Hasil: draft siap kirim dalam 10 detik.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01 — Latihan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Exercise: Tulis Promptmu Sendiri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2011680"/>
            <a:ext cx="3527450" cy="1700540"/>
          </a:xfrm>
          <a:prstGeom prst="roundRect">
            <a:avLst>
              <a:gd name="adj" fmla="val 5377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2212848"/>
            <a:ext cx="384048" cy="384048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2212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271016" y="2194560"/>
            <a:ext cx="26039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Pilih skenario atau task nyata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49808" y="2633472"/>
            <a:ext cx="3125114" cy="877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Contoh: DM Instagram — “Badan aku agak berisi, kemeja linen size M muat gak ya? Warna apa yang gak gampang kotor?” Atau pakai email/dokumen nyata dari minggu ini.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332122" y="2011680"/>
            <a:ext cx="3527450" cy="1700540"/>
          </a:xfrm>
          <a:prstGeom prst="roundRect">
            <a:avLst>
              <a:gd name="adj" fmla="val 5377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33290" y="2212848"/>
            <a:ext cx="384048" cy="384048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33290" y="2212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054498" y="2194560"/>
            <a:ext cx="26039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Isi 4 elemen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33290" y="2633472"/>
            <a:ext cx="3125114" cy="877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ROLE → KONTEKS → TUGAS → FORMAT. Tulis satu kalimat per elemen. Tidak harus sempurna — tulis draft dulu lalu kirim.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115605" y="2011680"/>
            <a:ext cx="3527450" cy="1700540"/>
          </a:xfrm>
          <a:prstGeom prst="roundRect">
            <a:avLst>
              <a:gd name="adj" fmla="val 5377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316773" y="2212848"/>
            <a:ext cx="384048" cy="384048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9" name="Text 17"/>
          <p:cNvSpPr/>
          <p:nvPr/>
        </p:nvSpPr>
        <p:spPr>
          <a:xfrm>
            <a:off x="8316773" y="2212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837981" y="2194560"/>
            <a:ext cx="26039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Iterasi, bukan ganti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316773" y="2633472"/>
            <a:ext cx="3125114" cy="877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Kalau hasilnya belum tepat, identifikasi elemen yang kurang lalu perbaiki promptnya — jangan ganti dengan prompt baru.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3949964"/>
            <a:ext cx="11094415" cy="1236853"/>
          </a:xfrm>
          <a:prstGeom prst="roundRect">
            <a:avLst>
              <a:gd name="adj" fmla="val 7393"/>
            </a:avLst>
          </a:prstGeom>
          <a:solidFill>
            <a:srgbClr val="EAFAF0"/>
          </a:solidFill>
          <a:ln w="12700">
            <a:solidFill>
              <a:srgbClr val="B8E6C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9808" y="4151132"/>
            <a:ext cx="10692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" kern="0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■  OUTPUT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749808" y="4498604"/>
            <a:ext cx="10692079" cy="487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 draft pesan siap kirim — kalau pakai skenario di atas, artinya 1 balasan DM Instagram yang menjawab pertanyaan pelanggan dan mengarahkan ke pembelian, tanpa perlu diedit ulang.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2026-07-20T06:25:59Z</dcterms:created>
  <dcterms:modified xsi:type="dcterms:W3CDTF">2026-07-20T06:25:59Z</dcterms:modified>
</cp:coreProperties>
</file>