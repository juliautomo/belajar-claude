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8927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10618927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PRODUKTIVITAS KANTOR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589520" cy="88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Prompting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211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framework yang mengubah cara kamu pakai Claude selamanya.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01 — Role Prompting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Framework 4 Elemen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81580" cy="1261750"/>
          </a:xfrm>
          <a:prstGeom prst="roundRect">
            <a:avLst>
              <a:gd name="adj" fmla="val 724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21284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71016" y="2194560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633472"/>
            <a:ext cx="2179244" cy="43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Siapa Claude dalam konteks ini?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6252" y="2011680"/>
            <a:ext cx="2581580" cy="1261750"/>
          </a:xfrm>
          <a:prstGeom prst="roundRect">
            <a:avLst>
              <a:gd name="adj" fmla="val 724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7420" y="221284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874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08628" y="2194560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KONTEKS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87420" y="2633472"/>
            <a:ext cx="2179244" cy="43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Situasi, latar, dan info relevan.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23864" y="2011680"/>
            <a:ext cx="2581580" cy="1261750"/>
          </a:xfrm>
          <a:prstGeom prst="roundRect">
            <a:avLst>
              <a:gd name="adj" fmla="val 724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5032" y="221284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2503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6240" y="2194560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25032" y="2633472"/>
            <a:ext cx="2179244" cy="43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instruksi utama yang jelas.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61475" y="2011680"/>
            <a:ext cx="2581580" cy="1261750"/>
          </a:xfrm>
          <a:prstGeom prst="roundRect">
            <a:avLst>
              <a:gd name="adj" fmla="val 724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643" y="221284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4" name="Text 22"/>
          <p:cNvSpPr/>
          <p:nvPr/>
        </p:nvSpPr>
        <p:spPr>
          <a:xfrm>
            <a:off x="9262643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3851" y="2194560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62643" y="2633472"/>
            <a:ext cx="2179244" cy="43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Panjang, struktur, dan bahasa output.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511174"/>
            <a:ext cx="11094415" cy="49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Framework ini berlaku untuk semua modul berikutnya — Role menentukan siapa Claude, Konteks memberi latar situasi, Tugas adalah satu perintah utama, dan Format menentukan bentuk output.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01 — Role Prompting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Seperti Apa Bedanya?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10048" cy="1963674"/>
          </a:xfrm>
          <a:prstGeom prst="roundRect">
            <a:avLst>
              <a:gd name="adj" fmla="val 465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67128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BURUK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514600"/>
            <a:ext cx="5007712" cy="121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"Tolong bantu saya buat email"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Yang hilang: Role, Penerima, Tujuan, Tone, Panjang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Hasil: template generik yang perlu banyak diedit.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965960"/>
            <a:ext cx="5410048" cy="1963674"/>
          </a:xfrm>
          <a:prstGeom prst="roundRect">
            <a:avLst>
              <a:gd name="adj" fmla="val 465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4176" y="2167128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BAIK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34176" y="2514600"/>
            <a:ext cx="5007712" cy="1213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Role — manajer komunikasi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Konteks — email klien komplain keterlambatan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Tugas — balas dengan empati + solusi + CTA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Format — maks 150 kata, formal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Hasil: draft siap kirim dalam 10 detik.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01 — Latihan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Exercise: Tulis Promptmu Sendiri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27450" cy="1919935"/>
          </a:xfrm>
          <a:prstGeom prst="roundRect">
            <a:avLst>
              <a:gd name="adj" fmla="val 476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21284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71016" y="2194560"/>
            <a:ext cx="2603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1 task nyata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633472"/>
            <a:ext cx="3125114" cy="10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satu email, dokumen, atau pesan yang perlu kamu buat minggu ini. Belum ada yang mendesak? Coba skenario: DM Instagram tanya ukuran &amp; warna baju yang gak gampang kotor.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2122" y="2011680"/>
            <a:ext cx="3527450" cy="1919935"/>
          </a:xfrm>
          <a:prstGeom prst="roundRect">
            <a:avLst>
              <a:gd name="adj" fmla="val 476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3290" y="221284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3329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54498" y="2194560"/>
            <a:ext cx="2603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Isi 4 elemen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33290" y="2633472"/>
            <a:ext cx="3125114" cy="10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→ KONTEKS → TUGAS → FORMAT. Tulis satu kalimat per elemen. Tidak harus sempurna — tulis draft dulu lalu kirim.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5605" y="2011680"/>
            <a:ext cx="3527450" cy="1919935"/>
          </a:xfrm>
          <a:prstGeom prst="roundRect">
            <a:avLst>
              <a:gd name="adj" fmla="val 476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6773" y="221284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9" name="Text 17"/>
          <p:cNvSpPr/>
          <p:nvPr/>
        </p:nvSpPr>
        <p:spPr>
          <a:xfrm>
            <a:off x="8316773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7981" y="2194560"/>
            <a:ext cx="2603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Iterasi, bukan ganti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16773" y="2633472"/>
            <a:ext cx="3125114" cy="10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Kalau hasilnya belum tepat, identifikasi elemen yang kurang lalu perbaiki promptnya — jangan ganti dengan prompt baru.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69359"/>
            <a:ext cx="11094415" cy="993331"/>
          </a:xfrm>
          <a:prstGeom prst="roundRect">
            <a:avLst>
              <a:gd name="adj" fmla="val 9205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370527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OUTPUT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4717999"/>
            <a:ext cx="10692079" cy="243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draft siap pakai dari 4-elemen prompt. Framework-nya (bukan prompt yang sama persis) yang akan kamu pakai lagi di modul berikutnya.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2026-07-20T06:18:18Z</dcterms:created>
  <dcterms:modified xsi:type="dcterms:W3CDTF">2026-07-20T06:18:18Z</dcterms:modified>
</cp:coreProperties>
</file>