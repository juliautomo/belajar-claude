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&amp; Baca Data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Kebiasaan cek &amp; rapikan data dulu, sebelum mulai nanya insight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&amp; Laporan · Studi Kasus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Upload &amp; Baca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Kebiasaan Wajib: Minta Ringkasan Awal Dulu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langsung nembak pertanyaan besar, biasain cek dulu apakah Claude “lihat” data kamu dengan benar. Ini langkah yang sering dilewatin, padahal cuma butuh 1 prompt tambahan.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RINGKASAN AWAL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 data saya. Ada berapa baris dan kolom? Jelasin masing-masing kolom isinya apa, dan ada yang kosong atau kelihatan aneh nggak?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428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INI PENTING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10652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Claude cuma “kebaca” sebagian data (misalnya karena file kegedean atau ada sheet yang kelewat), kamu bakal dapat analisis yang keliatannya meyakinkan tapi sebenarnya berdasarkan data yang nggak lengkap.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Upload &amp; Baca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Berantakan? Minta Dirapikan Dulu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mentah — apalagi hasil export langsung dari sistem kasir atau form — biasanya nggak serapi contoh-contoh di modul sebelumnya. Beberapa masalah umum: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 tanggal beda-beda dalam satu file (2026-06-02, 03/06/2026, 5 Juni 2026)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Nama produk/kategori yang sama ditulis beda-beda (huruf besar-kecil, typo, spasi ganda)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Angka dengan simbol mata uang atau pemisah ribuan yang nggak konsisten (Rp25000, 25,000, 25.000)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duplikat atau kosong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RAPIKAN 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0D13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14800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Rapikan data ini: samakan semua format tanggal jadi DD/MM/YYYY, samakan penulisan nama produk yang sama tapi ditulis beda-beda, dan tandai kalau ada baris yang kelihatan duplikat.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3492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772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CATATAN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733288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Claude tunjukkan apa aja yang diubah — jangan langsung percaya semua perubahan otomatis benar. Hasil Claude tetap perlu dicek, apalagi kalau dia yang mengubah data aslimu.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Upload &amp; Baca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201400" cy="2286000"/>
          </a:xfrm>
          <a:prstGeom prst="roundRect">
            <a:avLst>
              <a:gd name="adj" fmla="val 480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0561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nanya insight, biasain minta Claude ringkas dulu: berapa baris/kolom, isi tiap kolom apa, ada yang kosong/aneh nggak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 memastikan konteks yang nanti kamu pakai di framework K-P-I (Modul 3) sesuai dengan apa yang benar-benar dibaca Claude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mentah biasanya berantakan — format tanggal, penulisan nama produk, dan format angka yang nggak konsisten adalah masalah paling umum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Claude rapikan datanya, tapi tetap cek hasil perubahannya — jangan langsung dipercaya begitu saja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47141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727448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datamu bakal dipakai buat keputusan penting, simpan juga versi asli sebelum dirapikan. Gampang buat balik cek kalau ternyata ada perubahan yang salah.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Upload &amp; Baca Data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201400" cy="2651760"/>
          </a:xfrm>
          <a:prstGeom prst="roundRect">
            <a:avLst>
              <a:gd name="adj" fmla="val 3448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84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contoh: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unduh analisis-data-m2-contoh-transaksi-toko-roti.csv dari “Materi Unduhan” — 46 baris transaksi toko roti (data contoh, bukan data asli), sengaja belum dirapikan: format tanggal beda-beda, nama produk ditulis beda-beda, format harga nggak konsisten, ada baris duplikat dan harga kosong.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file CSV yang sudah kamu unduh ke Claude, lalu jalankan 2 langkah berurutan: (1) minta ringkasan awal, (2) minta Claude rapikan datanya. Bandingkan data sebelum dan sesudah dirapikan, dan cek apakah Claude kasih tau dengan jelas apa aja yang dia ubah.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69087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919472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800600"/>
            <a:ext cx="10104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ringkasan awal data dari Claude, dan 1 versi data yang sudah dirapikan — lengkap dengan penjelasan apa aja yang diubah.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2026-08-24T09:19:27Z</dcterms:created>
  <dcterms:modified xsi:type="dcterms:W3CDTF">2026-08-24T09:19:27Z</dcterms:modified>
</cp:coreProperties>
</file>