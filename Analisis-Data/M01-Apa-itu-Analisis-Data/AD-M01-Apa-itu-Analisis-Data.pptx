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Analisis Data?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Kenalan dengan 5 jenis analisis data, dan gimana Claude beda dari Excel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Analisis Data &amp; Laporan · Studi Kasus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Analisis Data?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Jenis Analisis Data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 4 jenis yang umum dipakai di dunia kerja, plus 1 jenis lebih baru yang jadi kekuatan utama Claude.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11201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Jenis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Pertanyaan yang Dijawab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Contoh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Deskriptif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Apa yang terjadi?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“Berapa total penjualan bulan lalu?”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Diagnostik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Kenapa itu terjadi?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“Kenapa penjualan turun di minggu ke-3?”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Prediktif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Apa yang mungkin terjadi selanjutnya?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“Kira-kira berapa penjualan bulan depan?”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Preskriptif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Sebaiknya ngapain?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“Produk apa yang perlu ditambah stoknya?”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36C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Kognitif (baru)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Apa makna di balik data yang berantakan?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“Apa keluhan yang paling sering muncul di review?”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Fokus kursus ini: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Deskriptif, Diagnostik, dan Kognitif — paling sering dibutuhkan orang non-teknis, tanpa perlu keahlian statistik.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Analisis Data?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Bukan Cuma Buat Data Analyst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Hampir semua orang yang sehari-hari berurusan dengan data — sekecil apapun — sebenarnya butuh analisis data. Bedanya cuma skala dan alatnya.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2679192"/>
            <a:ext cx="502920" cy="50292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" y="329184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Karyawan Kantoran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8952" y="359359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Laporan penjualan bulanan, rekap survei internal, ringkasan performa tim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4256" y="242316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2679192"/>
            <a:ext cx="502920" cy="50292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288" y="329184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Pemilik Usaha Kecil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90288" y="359359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produk paling laku, baca feedback pelanggan, pantau tren penjualan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65592" y="242316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21624" y="2679192"/>
            <a:ext cx="502920" cy="50292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0" name="Text 18"/>
          <p:cNvSpPr/>
          <p:nvPr/>
        </p:nvSpPr>
        <p:spPr>
          <a:xfrm>
            <a:off x="8421624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21624" y="329184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Mahasiswa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21624" y="359359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Olah data kuesioner, rangkum hasil wawancara, analisis data skripsi/tugas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562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CATATAN PENTING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81888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 analisis dari Claude tetap perlu kamu validasi ulang sebelum dipakai untuk keputusan penting — anggap ini draft dari rekan kerja yang cekatan, bukan keputusan final.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Analisis Data?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vs Excel: Apa Bedanya?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21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Excel / Spreadsheet Biasa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 yang harus tahu rumus/fungsi yang tepat (VLOOKUP, pivot table, dll)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Susah baca data yang nggak terstruktur (teks bebas, review, catatan)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 yang harus menyusun sendiri kesimpulan dari angka mentah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21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Cukup jelaskan apa yang mau kamu tahu, pakai bahasa sehari-hari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Bisa baca dan menyimpulkan dari teks yang berantakan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Bisa langsung kasih insight dan narasi, bukan cuma angka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yang kamu kasih ke Claude nggak harus rapi dalam bentuk CSV — CSV, Excel (multi-sheet), Google Sheets, PDF berisi tabel, atau teks biasa yang di-paste langsung.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Analisis Data?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Kasih Data ke Claude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Klik ikon upload/attach di kolom chat, drag-and-drop file langsung ke jendela chat, atau paste teksnya langsung kalau datanya pendek.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093976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1284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34056" y="2212848"/>
            <a:ext cx="2093976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4056" y="221284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Excel (.xlsx)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65192" y="2212848"/>
            <a:ext cx="2093976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21284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Sheets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96328" y="2212848"/>
            <a:ext cx="2093976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221284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PDF Bertabel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27464" y="2212848"/>
            <a:ext cx="2093976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7464" y="2212848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Teks Biasa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BIASANYA LANCAR VS PERLU HATI-HATI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044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Biasanya Lancar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7240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dengan header kolom yang jelas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wajar (bukan jutaan baris)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Campuran data angka dan teks bebas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70332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9044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Perlu Hati-Hati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83680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 scan/foto tanpa teks yang jelas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sangat besar — kemungkinan cuma sebagian terbaca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Merged cells berantakan atau banyak sheet tersembunyi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Analisis Data?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201400" cy="2788920"/>
          </a:xfrm>
          <a:prstGeom prst="roundRect">
            <a:avLst>
              <a:gd name="adj" fmla="val 3934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10561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Analisis data bukan cuma buat data analyst — karyawan kantoran, pemilik usaha, dan mahasiswa semua bisa pakai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 4 jenis analisis “klasik” (deskriptif, diagnostik, prediktif, preskriptif) + 1 jenis lebih baru (kognitif) yang jadi kekuatan Claude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beda dari Excel karena bisa dikasih instruksi bahasa biasa dan bisa baca data yang nggak terstruktur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bisa baca banyak format file, tapi tetap ada batasan yang perlu dicek ulang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 dari Claude tetap perlu divalidasi ulang, dan makin lengkap konteks yang kamu kasih, makin akurat hasilnya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493776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0657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TIPS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32180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Jangan mulai dari “analisis apa yang keren”, mulai dari “keputusan apa yang mau aku ambil”. Analisis data paling berguna kalau kamu sudah tahu dulu pertanyaan yang mau dijawab.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Analisis Data?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201400" cy="2331720"/>
          </a:xfrm>
          <a:prstGeom prst="roundRect">
            <a:avLst>
              <a:gd name="adj" fmla="val 3922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contoh: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unduh analisis-data-m1-contoh-review-roti.csv dari “Materi Unduhan” — 66 review pelanggan roti online lengkap dengan tanggal (data contoh, bukan data asli).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0D132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71800"/>
            <a:ext cx="10195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Tolong bantu saya analisis review ini. Tandai masing-masing review sebagai positif, negatif, atau netral, dan kasih tau action item yang perlu dilakukan.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462272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668012"/>
            <a:ext cx="457200" cy="45720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668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572000"/>
            <a:ext cx="101041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kategorisasi review (positif/negatif/netral) plus daftar action item, dan pengalaman langsung Claude membaca data tak terstruktur.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2026-08-24T09:12:15Z</dcterms:created>
  <dcterms:modified xsi:type="dcterms:W3CDTF">2026-08-24T09:12:15Z</dcterms:modified>
</cp:coreProperties>
</file>