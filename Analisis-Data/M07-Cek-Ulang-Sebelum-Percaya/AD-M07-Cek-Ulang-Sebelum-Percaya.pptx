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Ulang Sebelum Percaya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Spot-check, cegah halusinasi, dan waspada sarkasme sebelum hasilnya dipakai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Analisis Data &amp; Laporan · Studi Kasus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Cek Ulang Sebelum Percaya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Strategi Spot-Check 10%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 modul terakhir, dan mungkin yang paling penting: gimana caranya mastiin hasil analisis Claude bisa dipercaya sebelum kamu pakai buat keputusan, laporan, atau presentasi.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Claude ngasih kategori ke 100 baris data, kamu nggak perlu cek semuanya satu-satu — cukup ambil sekitar 10% secara acak (kalau datanya 100 baris, cek 10 baris) dan bandingin manual: apakah kategorinya masuk akal?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7413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ATURAN SEDERHANA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630168"/>
            <a:ext cx="10652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dari sampel 10% itu ada lebih dari 1-2 yang salah, jangan lanjut pakai hasilnya. Minta Claude cek ulang semua, atau perbaiki instruksi/promptnya dulu. Semakin penting hasil analisisnya, semakin besar porsi yang perlu kamu cek — 10% itu patokan minimum, bukan aturan mati.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5120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26080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74320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dicek manual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51206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≤ 1-2 salah → lanjut pakai   ·   &gt; 2 salah → minta Claude cek ulang / perbaiki prompt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Cek Ulang Sebelum Percaya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Mencegah Claude “Mengarang” Informasi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kadang bisa menghasilkan detail yang kedengarannya masuk akal, tapi sebenarnya nggak ada di data aslinya — ini disebut halusinasi. Paling sering muncul kalau kamu nanya sesuatu yang jawabannya nggak benar-benar ada di data.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PROMPT PENGAMAN (GUARDRAIL)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0D132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Hanya gunakan fakta yang ada di data/teks ini. Kalau informasinya tidak tercantum, bilang saja “tidak ada di data” — jangan berasumsi atau mengarang.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Sarkasme &amp; Konteks yang Rumit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bisa salah membaca nada — terutama sarkasme, sindiran, atau kalimat yang punya makna ganda.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7433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230368"/>
            <a:ext cx="106527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“Wah, mantap banget rotinya sampai basi duluan sebelum sempat dimakan.” Kalau dibaca terlalu literal, ini bisa salah ke-tag sebagai positif — padahal jelas ini komplain soal roti yang cepat basi. Cara mengurangi risikonya: minta Claude menjelaskan alasan di balik setiap kategorisasi, bukan cuma kasih label.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Cek Ulang Sebelum Percaya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7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201400" cy="1965960"/>
          </a:xfrm>
          <a:prstGeom prst="roundRect">
            <a:avLst>
              <a:gd name="adj" fmla="val 5581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0561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Spot-check 10%: cek sampel acak sebelum mempercayai keseluruhan hasil, terutama untuk data yang penting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Cegah halusinasi: tambahkan instruksi “hanya pakai fakta yang ada di data, jangan mengarang”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Waspada sarkasme: minta Claude jelaskan alasan di balik kategorisasinya, bukan cuma labelnya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Ketiga kebiasaan ini adalah penutup dari pesan berulang sejak Modul 1: hasil Claude itu draft cekatan dari rekan kerja, bukan keputusan final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5137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407408"/>
            <a:ext cx="10652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kamu nemu Claude salah baca sesuatu, jangan cuma perbaiki jawabannya — perbaiki juga promptnya. Tambahkan konteks yang bikin kesalahan itu nggak akan terulang lagi (misalnya: “review ini kadang sarkastik, baca konteksnya baik-baik sebelum kasih label”).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 — Cek Ulang Sebelum Percaya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201400" cy="3520440"/>
          </a:xfrm>
          <a:prstGeom prst="roundRect">
            <a:avLst>
              <a:gd name="adj" fmla="val 2597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contoh (6 review, sengaja dibuat rumit):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“Wah mantap banget rotinya sampai basi duluan sebelum sempat dimakan.” (sarkasme)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“Enak sih, tapi kemasannya bisa lebih bagus.”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“Pengiriman cepat, rasanya standar aja.”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“Kalau dibanding toko sebelah, harganya di sini lebih murah kok.”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“Pelayanannya top deh, nunggu konfirmasi cuma 3 hari.” (sarkasme)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“Rasanya konsisten enak dari dulu, selalu jadi favorit keluarga.”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931920"/>
            <a:ext cx="10652760" cy="777240"/>
          </a:xfrm>
          <a:prstGeom prst="roundRect">
            <a:avLst>
              <a:gd name="adj" fmla="val 9412"/>
            </a:avLst>
          </a:prstGeom>
          <a:solidFill>
            <a:srgbClr val="0D132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93192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Tandai masing-masing review sebagai positif, negatif, atau netral, dan jelaskan alasannya. Hanya gunakan fakta yang ada di data ini — jangan berasumsi. [PASTE 6 REVIEW DI ATAS]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semua 6 hasilnya secara manual. Perhatikan khususnya review nomor 1 dan 5 yang sarkastik. Coba juga tanya: “Kenapa toko sebelah harganya lebih mahal?” — perhatikan apakah Claude mengarang jawaban atau jujur bilang informasinya tidak ada di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413248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618988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6189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5522976"/>
            <a:ext cx="10104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menemukan minimal 1 kesalahan kategorisasi atau 1 momen Claude yang hampir “mengarang” jawaban — dan tahu cara memperbaikinya.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Kursus Selesai!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sekadar tau apa itu analisis data, sampai bisa mendiagnosis masalah, mengolah data spreadsheet, bikin laporan, bikin chart, dan cek ulang hasilnya — kamu sekarang punya alur kerja lengkap buat kerja dengan data pakai Claude.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Coba terapkan alur ini ke data asli kamu sendiri, mulai dari yang kecil — misalnya laporan mingguan atau feedback pelanggan yang paling baru kamu terima.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LANJUTKAN BELAJAR (SUDAH TERMASUK ALL ACCESS)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141D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6634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Produktivitas Kantor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50017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Hemat 3–5 jam kerja per minggu · Role Prompting, Gmail, Sheets, Docs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141D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8064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Kreasi Konten Pemasaran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61447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Positioning, konten Instagram, copy iklan, komunikasi pelanggan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2026-08-24T09:29:46Z</dcterms:created>
  <dcterms:modified xsi:type="dcterms:W3CDTF">2026-08-24T09:29:46Z</dcterms:modified>
</cp:coreProperties>
</file>