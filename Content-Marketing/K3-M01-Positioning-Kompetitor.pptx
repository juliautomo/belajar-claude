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845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3840480" cy="3840480"/>
          </a:xfrm>
          <a:prstGeom prst="ellipse">
            <a:avLst/>
          </a:prstGeom>
          <a:solidFill>
            <a:srgbClr val="B85A3E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</a:t>
            </a:r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MARKETING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306324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Positioning &amp; Analisis Kompetitor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3D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siapa produk ini, dan kenapa harus pilih kamu — 10 menit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01 — POSITIONING &amp; ANALISIS KOMPETITOR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Kenapa Positioning Penting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394960" cy="1874520"/>
          </a:xfrm>
          <a:prstGeom prst="roundRect">
            <a:avLst>
              <a:gd name="adj" fmla="val 5854"/>
            </a:avLst>
          </a:prstGeom>
          <a:solidFill>
            <a:srgbClr val="F2EEE9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856232"/>
            <a:ext cx="502920" cy="502920"/>
          </a:xfrm>
          <a:prstGeom prst="ellipse">
            <a:avLst/>
          </a:prstGeom>
          <a:solidFill>
            <a:srgbClr val="A8452F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8013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Menjawab Satu Pertanyaan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246888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“Untuk siapa produk ini, dan kenapa harus pilih kamu?”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89320" y="1600200"/>
            <a:ext cx="5394960" cy="1874520"/>
          </a:xfrm>
          <a:prstGeom prst="roundRect">
            <a:avLst>
              <a:gd name="adj" fmla="val 5854"/>
            </a:avLst>
          </a:prstGeom>
          <a:solidFill>
            <a:srgbClr val="F2EEE9"/>
          </a:solidFill>
          <a:ln/>
        </p:spPr>
      </p:sp>
      <p:sp>
        <p:nvSpPr>
          <p:cNvPr id="10" name="Shape 8"/>
          <p:cNvSpPr/>
          <p:nvPr/>
        </p:nvSpPr>
        <p:spPr>
          <a:xfrm>
            <a:off x="6245352" y="1856232"/>
            <a:ext cx="502920" cy="502920"/>
          </a:xfrm>
          <a:prstGeom prst="ellipse">
            <a:avLst/>
          </a:prstGeom>
          <a:solidFill>
            <a:srgbClr val="A8452F"/>
          </a:solidFill>
          <a:ln/>
        </p:spPr>
      </p:sp>
      <p:sp>
        <p:nvSpPr>
          <p:cNvPr id="11" name="Text 9"/>
          <p:cNvSpPr/>
          <p:nvPr/>
        </p:nvSpPr>
        <p:spPr>
          <a:xfrm>
            <a:off x="6245352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03720" y="18013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Positioning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45352" y="246888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Bisnis terdengar sama dengan ratusan kompetitor lainnya.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5394960" cy="1874520"/>
          </a:xfrm>
          <a:prstGeom prst="roundRect">
            <a:avLst>
              <a:gd name="adj" fmla="val 5854"/>
            </a:avLst>
          </a:prstGeom>
          <a:solidFill>
            <a:srgbClr val="F2EEE9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3913632"/>
            <a:ext cx="502920" cy="502920"/>
          </a:xfrm>
          <a:prstGeom prst="ellipse">
            <a:avLst/>
          </a:prstGeom>
          <a:solidFill>
            <a:srgbClr val="A8452F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3913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38587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Jadi Acuan Semua Konten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13232" y="452628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Konten, iklan, dan komunikasi bisnis jadi konsisten.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89320" y="3657600"/>
            <a:ext cx="5394960" cy="1874520"/>
          </a:xfrm>
          <a:prstGeom prst="roundRect">
            <a:avLst>
              <a:gd name="adj" fmla="val 5854"/>
            </a:avLst>
          </a:prstGeom>
          <a:solidFill>
            <a:srgbClr val="F2EEE9"/>
          </a:solidFill>
          <a:ln/>
        </p:spPr>
      </p:sp>
      <p:sp>
        <p:nvSpPr>
          <p:cNvPr id="20" name="Shape 18"/>
          <p:cNvSpPr/>
          <p:nvPr/>
        </p:nvSpPr>
        <p:spPr>
          <a:xfrm>
            <a:off x="6245352" y="3913632"/>
            <a:ext cx="502920" cy="502920"/>
          </a:xfrm>
          <a:prstGeom prst="ellipse">
            <a:avLst/>
          </a:prstGeom>
          <a:solidFill>
            <a:srgbClr val="A8452F"/>
          </a:solidFill>
          <a:ln/>
        </p:spPr>
      </p:sp>
      <p:sp>
        <p:nvSpPr>
          <p:cNvPr id="21" name="Text 19"/>
          <p:cNvSpPr/>
          <p:nvPr/>
        </p:nvSpPr>
        <p:spPr>
          <a:xfrm>
            <a:off x="6245352" y="3913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03720" y="38587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Bisa Bantu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245352" y="452628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kompetitor &amp; susun positioning dari data yang kamu kumpulkan.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01 — POSITIONING &amp; ANALISIS KOMPETITOR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Contoh Prompt: Buruk vs Baik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BURUK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31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“Analisis kompetitor saya di frozen food”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402336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Masalah: </a:t>
            </a:r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tidak punya data apapun. Jawabannya akan generik dan tidak relevan untuk bisnismu.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89320" y="1600200"/>
            <a:ext cx="571500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9050">
            <a:solidFill>
              <a:srgbClr val="A845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BAIK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0" y="2240280"/>
            <a:ext cx="51206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31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“Ini data 3 kompetitor frozen food saya [paste isi cm-template-kompetitor.txt]. Buatkan: SWOT singkat, gap yang belum diisi kompetitor manapun, dan 1 kalimat positioning: Untuk [siapa], [bisnis] adalah [apa] yang [benefit] karena [bukti].”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46634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Kenapa berhasil: </a:t>
            </a:r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lengkap + format jelas = positioning siap pakai dalam 1 respons.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01 — LATIHAN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1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Latihan: Analisis Kompetitor &amp; Positioning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84048" cy="384048"/>
          </a:xfrm>
          <a:prstGeom prst="ellipse">
            <a:avLst/>
          </a:prstGeom>
          <a:solidFill>
            <a:srgbClr val="A8452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45389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data kompetitor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05840" y="180136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cm-template-kompetitor.txt dengan data 3 kompetitor nyata — harga, rating, dan ulasan negatif mereka. Contoh: Dapur Rara menemukan tidak ada kompetitor yang menyasar keluarga muda dengan masakan daerah otentik — dari situ lahir positioning barunya.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384048" cy="384048"/>
          </a:xfrm>
          <a:prstGeom prst="ellipse">
            <a:avLst/>
          </a:prstGeom>
          <a:solidFill>
            <a:srgbClr val="A8452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41401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ke Claude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005840" y="276148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Kirim seluruh template + prompt: minta SWOT singkat, gap yang belum diisi kompetitor manapun, dan 1 kalimat positioning.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384048" cy="384048"/>
          </a:xfrm>
          <a:prstGeom prst="ellipse">
            <a:avLst/>
          </a:prstGeom>
          <a:solidFill>
            <a:srgbClr val="A8452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37413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 di Claude Projects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005840" y="372160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1 dari 3 variasi kalimat positioning (formal / santai / emosional), simpan di Claude Projects — jadi acuan modul-modul berikutnya.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617720"/>
            <a:ext cx="10424160" cy="1600200"/>
          </a:xfrm>
          <a:prstGeom prst="roundRect">
            <a:avLst>
              <a:gd name="adj" fmla="val 6857"/>
            </a:avLst>
          </a:prstGeom>
          <a:solidFill>
            <a:srgbClr val="EEF5E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80060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F7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YANG DIHARAPKAN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5138928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singkat (4 poin per kuadran), 1 gap peluang yang konkret, dan 1 kalimat positioning final yang bisa langsung dipakai di bio Instagram, deskripsi toko Tokopedia, dan iklan. File pendukung: cm-template-kompetitor.txt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2026-07-24T06:25:59Z</dcterms:created>
  <dcterms:modified xsi:type="dcterms:W3CDTF">2026-07-24T06:25:59Z</dcterms:modified>
</cp:coreProperties>
</file>