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384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7468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87576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Komunikasi Pelanggan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69341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brand voice, respons konsisten setiap saat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PROFIL BISNIS, RESPONS KONSISTEN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Mengapa Template On-Brand Penting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KONSISTENSI TONE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orang di tim balas dengan gaya yang sama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KECEPATAN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Copy-paste + edit &lt;30 detik vs 3-5 menit tulis dari nol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YANG TERLEWAT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untuk semua skenario = tidak bingung harus balas apa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PROFESIONALISME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yang baik membuat bisnis terlihat lebih besar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713232" y="37307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CLAUDE PROJECTS — SATU-SATUNYA YANG KAMU BUTUHKAN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4164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Claude Projects (semua plan termasuk Free) · Setup: 5 menit sekali. Tambahkan brand voice khusus komunikasi pelanggan — sapaan, batasan, tone untuk CS — ke Claude Project dari Modul 1, yang sudah punya positioning dan identitas visual bisnismu. Upload cm-template-wa.txt ke Project Knowledge — file ini sengaja tidak berisi info bisnis lagi, cuma 10 skenario. Belum ada WA Connector — jadi generate di chat, lalu copy-paste manual ke WhatsApp-mu, selalu begitu.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GENERATE, HINDARI INI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11064240" cy="2057400"/>
          </a:xfrm>
          <a:prstGeom prst="roundRect">
            <a:avLst>
              <a:gd name="adj" fmla="val 4444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3408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 DI WHATSAPP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64261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50976" y="26151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formal dan kaku — pembeli modern tidak suka merasa bicara dengan bot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295351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9260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CTA yang jelas — tiap pesan harus ada next step yang jelas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326440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0976" y="3236976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dikustomisasi per situasi — 1 template untuk semua situasi terasa generic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" y="357530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354787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panjang — maksimal 5 baris, WA adalah medium untuk di-scan, bukan dibaca penuh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3886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0976" y="385876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Respon terlalu lambat — pembeli modern expect balasan dalam hitungan menit, bukan jam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KALIMAT SUDAH CUKUP, KONTEKS SUDAH TERSIMPAN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Siap Pakai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11064240" cy="1783080"/>
          </a:xfrm>
          <a:prstGeom prst="roundRect">
            <a:avLst>
              <a:gd name="adj" fmla="val 4000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3042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— VIA CLAUDE PROJECTS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13232" y="2606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"[Claude Project sudah punya profil bisnis, tone santai-hangat, sapaan 'Kak'] Buatkan template WA untuk Skenario 1 dari cm-template-wa.txt: calon pembeli tanya harga pertama kali. Maks 4 baris, emoji 1-2, ada CTA ke katalog."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13232" y="34290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F6B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dengan Projects aktif, 1 kalimat instruksi sudah cukup. Hasilnya kamu copy-paste manual ke WhatsApp (belum ada WA Connector).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 KANAL, DUA ALUR — PANJANG BERBEDA KARENA SETUP BERBEDA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CS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50292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05256" y="2389848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 CS ke Project Modul 1, lalu upload cm-template-wa.txt ke Project Knowledge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218688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" y="3103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10 template dasar sekali di awal — Claude sudah tahu konteks bisnis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50292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" y="381631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 ada pembeli chat: ketik situasinya ke Claude — otomatis cocok ke skenario, generate balasan siap pakai</a:t>
            </a:r>
            <a:endParaRPr lang="en-US" sz="1100" dirty="0"/>
          </a:p>
        </p:txBody>
      </p:sp>
      <p:sp>
        <p:nvSpPr>
          <p:cNvPr id="33" name="Oval 32"/>
          <p:cNvSpPr/>
          <p:nvPr/>
        </p:nvSpPr>
        <p:spPr>
          <a:xfrm>
            <a:off x="502920" y="4645152"/>
            <a:ext cx="292608" cy="292608"/>
          </a:xfrm>
          <a:prstGeom prst="ellipse">
            <a:avLst/>
          </a:prstGeom>
          <a:solidFill>
            <a:srgbClr val="1A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645152"/>
            <a:ext cx="292608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" y="4654183"/>
            <a:ext cx="1033272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100">
                <a:solidFill>
                  <a:srgbClr val="23283A"/>
                </a:solidFill>
                <a:latin typeface="Helvetica"/>
              </a:rPr>
              <a:t>Copy-paste balasan ke WhatsApp. Simpan 10 template dasar di catatan WA/Google Keep sebagai referensi cepat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TEMPLATE FILE, SEPULUH SKENARIO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Skenario WhatsApp yang Perlu Dikuasai</a:t>
            </a:r>
            <a:endParaRPr lang="en-US" sz="2200" dirty="0"/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249424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INQUIRY PERTAMA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779776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Sambut hangat + arahkan ke katalog/order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9504" y="2249424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KONFIRMASI PESANAN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9504" y="2779776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Info diterima + estimasi proses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79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9783" y="2249424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INFO PENGIRIMAN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9783" y="2779776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Nomor resi + estimasi tiba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59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0063" y="2249424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FOLLOW-UP PEMBAYARAN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3" y="2779776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Reminder ramah + tenggat waktu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0344" y="2249424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BALAS KOMPLAIN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0344" y="2779776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Minta maaf + solusi (ganti/refund)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3831335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MINTA TESTIMONI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" y="4361688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Tanya pengalaman + minta review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9504" y="3831335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BROADCAST PROMO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9504" y="4361688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Hook menarik + deadline + cara order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83479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3" y="3831335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NEGOSIASI HARGA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9783" y="4361688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Pertahankan harga + tawarkan value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23759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0063" y="3831335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STOK HABIS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3" y="4361688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Info stok + estimasi restock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6404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0344" y="3831335"/>
            <a:ext cx="181051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UCAPAN TERIMA KASIH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0344" y="4361688"/>
            <a:ext cx="1810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Terima kasih + undang kembali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TIGA LATIHAN, TIGA OUTPUT JELAS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1 &amp; 2: Setup Brand Voice + Generate Template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1"/>
            <a:ext cx="11064240" cy="169164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 1 — SETUP BRAND VOICE CS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Project yang sama dari Modul 1 → Project Instructions → tambahkan teks di bawah, jangan hapus positioning yang sudah ada.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2999232"/>
            <a:ext cx="10607040" cy="50292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868680" y="2999232"/>
            <a:ext cx="10296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Brand voice untuk komunikasi pelanggan: tone santai-hangat, sapaan "Kak", batasan emoji 1-2/pesan.</a:t>
            </a:r>
            <a:endParaRPr lang="en-US" sz="950" dirty="0"/>
          </a:p>
        </p:txBody>
      </p:sp>
      <p:sp>
        <p:nvSpPr>
          <p:cNvPr id="19" name="TextBox 18"/>
          <p:cNvSpPr txBox="1"/>
          <p:nvPr/>
        </p:nvSpPr>
        <p:spPr>
          <a:xfrm>
            <a:off x="713232" y="356616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Project Instructions ter-update — dipakai otomatis di semua chat berikutnya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13632"/>
            <a:ext cx="11064240" cy="173736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4078224"/>
            <a:ext cx="106070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2 — GENERATE TEMPLATE DASAR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70832"/>
            <a:ext cx="106070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23283A"/>
                </a:solidFill>
                <a:latin typeface="Helvetica"/>
              </a:rPr>
              <a:t>Upload cm-template-wa.txt ke Project Knowledge — sudah siap pakai, tidak perlu diisi apapun.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010912"/>
            <a:ext cx="10607040" cy="59436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73152" rIns="155448" bIns="73152" rtlCol="0" anchor="ctr"/>
          <a:lstStyle/>
          <a:p>
            <a:pPr algn="ctr"/>
            <a:r>
              <a:rPr sz="950" i="1">
                <a:solidFill>
                  <a:srgbClr val="1A7A44"/>
                </a:solidFill>
                <a:latin typeface="Helvetica"/>
              </a:rPr>
              <a:t>Buatkan 10 template WhatsApp untuk skenario di cm-template-wa.txt.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65099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10 template WA dasar tersimpan — jadi acuan Latihan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ounded Rectangle 18"/>
          <p:cNvSpPr/>
          <p:nvPr/>
        </p:nvSpPr>
        <p:spPr>
          <a:xfrm>
            <a:off x="502920" y="2084831"/>
            <a:ext cx="11064240" cy="237744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TEMPLATE KE BALASAN NYATA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3: Reuse untuk Kasus Nyata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02920" y="4663440"/>
            <a:ext cx="11064240" cy="1691640"/>
          </a:xfrm>
          <a:prstGeom prst="roundRect">
            <a:avLst>
              <a:gd name="adj" fmla="val 7742"/>
            </a:avLst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4" name="Text 12"/>
          <p:cNvSpPr/>
          <p:nvPr/>
        </p:nvSpPr>
        <p:spPr>
          <a:xfrm>
            <a:off x="713232" y="48280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MODUL (KESELURUHAN)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51206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Claude Project dengan brand voice CS aktif (Latihan 1) + 10 template WhatsApp dasar (Latihan 2) + kemampuan generate balasan on-the-spot untuk kasus baru kapanpun (Latihan 3).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cm-template-wa.txt.</a:t>
            </a:r>
            <a:endParaRPr lang="en-US" sz="1100" dirty="0"/>
          </a:p>
        </p:txBody>
      </p:sp>
      <p:sp>
        <p:nvSpPr>
          <p:cNvPr id="18" name="Rounded Rectangle 17"/>
          <p:cNvSpPr/>
          <p:nvPr/>
        </p:nvSpPr>
        <p:spPr>
          <a:xfrm>
            <a:off x="713232" y="3456432"/>
            <a:ext cx="10607040" cy="566928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73152" rIns="155448" bIns="73152" rtlCol="0" anchor="ctr"/>
          <a:lstStyle/>
          <a:p>
            <a:pPr algn="ctr"/>
            <a:r>
              <a:rPr sz="950" i="1">
                <a:solidFill>
                  <a:srgbClr val="1A7A44"/>
                </a:solidFill>
                <a:latin typeface="Helvetica"/>
              </a:rPr>
              <a:t>"Balas WA: pembeli minta diskon tambahan karena mau beli 5 pcs sekaligus."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3 — REUSE UNTUK KASUS NYATA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2542032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23283A"/>
                </a:solidFill>
                <a:latin typeface="Helvetica"/>
              </a:rPr>
              <a:t>Begitu ada pembeli chat beneran, jangan buka file template — ketik situasinya langsung ke Claude, otomatis cocok ke skenario yang sesuai. Ulangi minimal 5x/minggu, catat respons pelanggan.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11480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balasan personal siap pakai, on-the-spot, untuk kasus baru kapanpun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1072</Words>
  <Application>Microsoft Office PowerPoint</Application>
  <PresentationFormat>Widescreen</PresentationFormat>
  <Paragraphs>114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Julia Utomo</cp:lastModifiedBy>
  <cp:revision>5</cp:revision>
  <dcterms:created xsi:type="dcterms:W3CDTF">2026-07-29T03:50:02Z</dcterms:created>
  <dcterms:modified xsi:type="dcterms:W3CDTF">2026-07-30T08:54:00Z</dcterms:modified>
</cp:coreProperties>
</file>