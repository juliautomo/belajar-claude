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8757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93416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respons konsisten setiap saat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RESPONS KONSISTEN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— SATU-SATUNYA YANG KAMU BUTUHKAN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khusus komunikasi pelanggan — sapaan, batasan, tone untuk CS — ke Claude Project dari Modul 1, yang sudah punya positioning dan identitas visual bisnismu. Upload cm-template-wa.txt ke Project Knowledge — file ini berisi 10 skenario dan satu Prompt Siap Pakai yang tinggal diisi pesan pembeli, dipakai berulang kapan saja. Belum ada WA Connector — jadi generate di chat, lalu copy-paste manual ke WhatsApp-mu, selalu begitu.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WHATSAPP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maksimal 5 baris, WA adalah medium untuk di-scan, bukan dibaca penuh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 terlalu lambat — pembeli modern expect balasan dalam hitungan menit, bukan jam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ALUR, TIGA LANGKAH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STEP-BY-STEP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Claude Project dari Modul 1 — dilakukan sekali saja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cm-template-wa.txt ke Project Knowledge — dilakukan sekali saja. File ini sudah lengkap: 10 skenario + prompt siap pakai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beneran chat: cocokkan ke salah satu dari 10 skenario, isi prompt siap pakai di file dengan pesan aslinya, kirim ke Claude, lalu copy-paste balasannya ke WhatsApp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SEPULUH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Skenario WhatsApp yang Perlu Dikuasai</a:t>
            </a:r>
            <a:endParaRPr lang="en-US" sz="22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INQUIRY PERTAMA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Sambut hangat + arahkan ke katalog/order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950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KONFIRMASI PESANAN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diterima + estimasi proses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2978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INFO PENGIRIMAN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Nomor resi + estimasi tiba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59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70063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FOLLOW-UP 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3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Reminder ramah + tenggat waktu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2121408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10344" y="2249424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BALAS KOMPLAIN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0344" y="2779776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Minta maaf + solusi (ganti/refund)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922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MINTA TESTIMONI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Tanya pengalaman + minta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88950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BROADCAST PROMO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950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Hook menarik + deadline + cara order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7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978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NEGOSIASI HARGA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978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Pertahankan harga + tawarkan value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23759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70063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STOK HABIS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3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Info stok + estimasi restock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64040" y="3703320"/>
            <a:ext cx="2103120" cy="141732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610344" y="3831335"/>
            <a:ext cx="1810511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1D4ED8"/>
                </a:solidFill>
                <a:latin typeface="Helvetica"/>
              </a:rPr>
              <a:t>UCAPAN TERIMA KASIH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10344" y="4361688"/>
            <a:ext cx="1810511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>
                <a:solidFill>
                  <a:srgbClr val="23283A"/>
                </a:solidFill>
                <a:latin typeface="Helvetica"/>
              </a:rPr>
              <a:t>Terima kasih + undang kembali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Upload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1-2/pesan, tutup pesan dengan "Salam hangat, Dapur Rara".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157588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UPLOAD TEMPLATE SKENARIO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ke Project Knowledge — sudah siap pakai, tidak perlu diisi apapun. Dilakukan sekali saja, sama seperti Latihan 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065192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cm-template-wa.txt tersimpan permanen — 10 skenario + prompt siap pakai bisa dipakai kapan saja, tanpa upload ulang.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/>
        </p:nvSpPr>
        <p:spPr>
          <a:xfrm>
            <a:off x="502920" y="2084831"/>
            <a:ext cx="11064240" cy="2546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(WhatsApp)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Pakai Prompt Siap Pakai dari File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832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997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289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cm-template-wa.txt tersimpan permanen di Project Knowledge (Latihan 2) + kemampuan generate balasan on-brand untuk pesan pembeli asli, kapanpun, pakai prompt siap pakai dari file itu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cm-template-wa.txt.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320000"/>
            <a:ext cx="10607040" cy="7500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template WhatsApp untuk skenario berikut, pakai brand voice dan sapaan dari Project-ku: "Kak, boleh kurang lagi ga harganya kalau aku ambil 5 pcs sekaligus?" Maks 5 baris, ada emoji 1-2, ada CTA jelas.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PAKAI PROMPT SIAP PAKAI DARI FILE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beneran, buka cm-template-wa.txt, cocokkan pesannya ke salah satu dari 10 skenario. Contoh ini cocok Skenario 8 (negosiasi harga):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612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sesuai skenario negosiasi harga &amp; brand voice Dapur Rara. Copy-paste ke WhatsApp, kirim. Ulangi tiap ada pembeli chat baru, prompt yang sama.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2888000"/>
            <a:ext cx="10607040" cy="3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23283A"/>
                </a:solidFill>
                <a:latin typeface="Helvetica"/>
              </a:rPr>
              <a:t>"Kak, boleh kurang lagi ga harganya kalau aku ambil 5 pcs sekaligus?"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776</Words>
  <Application>Microsoft Office PowerPoint</Application>
  <PresentationFormat>Widescreen</PresentationFormat>
  <Paragraphs>102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6</cp:revision>
  <dcterms:created xsi:type="dcterms:W3CDTF">2026-07-29T03:50:02Z</dcterms:created>
  <dcterms:modified xsi:type="dcterms:W3CDTF">2026-07-30T13:07:42Z</dcterms:modified>
</cp:coreProperties>
</file>