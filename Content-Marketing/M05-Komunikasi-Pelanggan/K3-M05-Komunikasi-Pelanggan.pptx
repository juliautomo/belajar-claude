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62088" y="0"/>
            <a:ext cx="4626864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6184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</p:sp>
      <p:sp>
        <p:nvSpPr>
          <p:cNvPr id="5" name="Text 3"/>
          <p:cNvSpPr/>
          <p:nvPr/>
        </p:nvSpPr>
        <p:spPr>
          <a:xfrm>
            <a:off x="10616184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5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KREASI KONTEN PEMASARAN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060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Komunikasi Pelanggan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48640" y="36118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WhatsApp + Email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41605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brand voice, dua kanal — tanpa briefing ulang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(WA + Email)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PROFIL BISNIS, DUA KANAL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Mengapa Template On-Brand Penting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KONSISTENSI TONE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751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Semua orang di tim balas dengan gaya yang sama, di WA maupun Email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10896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7355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KECEPATAN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27355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Copy-paste + edit &lt;30 detik vs 3-5 menit tulis dari nol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71500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87959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TIDAK ADA YANG TERLEWAT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87959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untuk semua skenario = tidak bingung harus balas apa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321040" y="2084832"/>
            <a:ext cx="2487168" cy="1234440"/>
          </a:xfrm>
          <a:prstGeom prst="roundRect">
            <a:avLst>
              <a:gd name="adj" fmla="val 7407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85632" y="2231136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PROFESIONALISME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485632" y="265176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yang baik membuat bisnis terlihat lebih besar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02920" y="3566160"/>
            <a:ext cx="11064240" cy="1554480"/>
          </a:xfrm>
          <a:prstGeom prst="roundRect">
            <a:avLst>
              <a:gd name="adj" fmla="val 5882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373075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INTEGRASI: CLAUDE PROJECTS + GMAIL CONNECTOR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13232" y="404164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Level: Claude Projects (semua plan termasuk Free) · Setup: 5 menit sekali. Tambahkan brand voice CS ke Claude Project dari Modul 1 (sudah punya positioning &amp; identitas visual). WhatsApp: generate lalu copy-paste manual. Email: aktifkan juga Gmail Connector (gratis, 60 detik) — Claude langsung membuat draft di inbox-mu, kamu tinggal review dan klik Send.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(WA + Email)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SEBELUM GENERATE, HINDARI INI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Kesalahan Umum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194560"/>
            <a:ext cx="11064240" cy="2057400"/>
          </a:xfrm>
          <a:prstGeom prst="roundRect">
            <a:avLst>
              <a:gd name="adj" fmla="val 4444"/>
            </a:avLst>
          </a:prstGeom>
          <a:solidFill>
            <a:srgbClr val="FFF6F6"/>
          </a:solidFill>
          <a:ln w="12700">
            <a:solidFill>
              <a:srgbClr val="F3C6C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34086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KESALAHAN UMUM DI WA &amp; EMAIL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13232" y="2642616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50976" y="26151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Terlalu formal dan kaku — pembeli modern tidak suka merasa bicara dengan bot, terutama di WA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13232" y="2953512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50976" y="292608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Tidak ada CTA yang jelas — tiap pesan/email harus ada next step yang jelas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13232" y="3264408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50976" y="3236976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Tidak dikustomisasi per situasi — 1 template untuk semua situasi terasa generic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13232" y="3575304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950976" y="354787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Terlalu panjang — WA maksimal 5 baris, Email maksimal 200 kata; keduanya medium untuk di-scan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13232" y="3886200"/>
            <a:ext cx="219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×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50976" y="385876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7A3B3B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Subjek email generik — "Newsletter Bulan Juli" tidak ada yang mau buka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(WA + Email)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KALIMAT SUDAH CUKUP, KONTEKS SUDAH TERSIMPAN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Siap Pakai per Kanal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121408"/>
            <a:ext cx="5166360" cy="2743200"/>
          </a:xfrm>
          <a:prstGeom prst="roundRect">
            <a:avLst>
              <a:gd name="adj" fmla="val 4000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304288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WHATSAPP — VIA CLAUDE PROJECTS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04088" y="2651760"/>
            <a:ext cx="47640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"[Claude Project sudah punya profil bisnis, tone santai-hangat, sapaan 'Kak'] Buatkan template WA untuk Skenario 1 dari cm-template-wa.txt: calon pembeli tanya harga pertama kali. Maks 4 baris, emoji 1-2, ada CTA ke katalog."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04088" y="4270248"/>
            <a:ext cx="4764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F6B52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Kenapa berhasil: dengan Projects aktif, 1 kalimat instruksi sudah cukup — konteks bisnis sudah tersimpan.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2121408"/>
            <a:ext cx="5166360" cy="27432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304288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 — VIA GMAIL CONNECTOR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373368" y="2651760"/>
            <a:ext cx="476402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i="1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"cm-template-email.txt Email 2 sudah saya lengkapi: Flash Sale Frozen Soto, diskon 25%, kode SOTO25, berlaku 3 hari. Tulis email promosi, subjek maks 9 kata, isi maks 150 kata, tone hangat, CTA ke bit.ly/dapurrara. Simpan sebagai draft di Gmail saya."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373368" y="4270248"/>
            <a:ext cx="4764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E4C8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Kenapa berhasil: template + Gmail Connector = email draft langsung di inbox, siap send.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(WA + Email)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DUA KANAL, DUA ALUR — PANJANG BERBEDA KARENA SETUP BERBEDA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Cara Kerja per Kanal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02920" y="2121408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WHATSAPP CS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02920" y="2505456"/>
            <a:ext cx="292608" cy="292608"/>
          </a:xfrm>
          <a:prstGeom prst="ellipse">
            <a:avLst/>
          </a:prstGeom>
          <a:solidFill>
            <a:srgbClr val="1A7A44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25054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05256" y="2459736"/>
            <a:ext cx="4764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Tambahkan brand voice CS ke Project Modul 1, pilih skenario dari cm-template-wa.txt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3218688"/>
            <a:ext cx="292608" cy="292608"/>
          </a:xfrm>
          <a:prstGeom prst="ellipse">
            <a:avLst/>
          </a:prstGeom>
          <a:solidFill>
            <a:srgbClr val="1A7A44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3218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05256" y="3172968"/>
            <a:ext cx="4764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Generate template untuk tiap skenario — Claude sudah tahu konteks bisnis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3931920"/>
            <a:ext cx="292608" cy="292608"/>
          </a:xfrm>
          <a:prstGeom prst="ellipse">
            <a:avLst/>
          </a:prstGeom>
          <a:solidFill>
            <a:srgbClr val="1A7A44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905256" y="3886200"/>
            <a:ext cx="4764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Test tiap template, simpan 10 final di catatan WA atau Google Keep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172200" y="2121408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 VIA GMAIL CONNECTOR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72200" y="2505456"/>
            <a:ext cx="292608" cy="292608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20" name="Text 18"/>
          <p:cNvSpPr/>
          <p:nvPr/>
        </p:nvSpPr>
        <p:spPr>
          <a:xfrm>
            <a:off x="6172200" y="25054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74536" y="2459736"/>
            <a:ext cx="4764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Setup Gmail Connector — izinkan akses "read" dan "draft" (Claude tidak bisa kirim)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72200" y="3218688"/>
            <a:ext cx="292608" cy="292608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23" name="Text 21"/>
          <p:cNvSpPr/>
          <p:nvPr/>
        </p:nvSpPr>
        <p:spPr>
          <a:xfrm>
            <a:off x="6172200" y="3218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574536" y="3172968"/>
            <a:ext cx="4764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Isi cm-template-email.txt bagian relevan: nama produk, harga promo, tanggal, CTA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72200" y="3931920"/>
            <a:ext cx="292608" cy="292608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26" name="Text 24"/>
          <p:cNvSpPr/>
          <p:nvPr/>
        </p:nvSpPr>
        <p:spPr>
          <a:xfrm>
            <a:off x="6172200" y="3931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574536" y="3886200"/>
            <a:ext cx="4764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Paste isian ke Claude, minta tulis email + "simpan sebagai draft di Gmail saya"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72200" y="4645152"/>
            <a:ext cx="292608" cy="292608"/>
          </a:xfrm>
          <a:prstGeom prst="ellipse">
            <a:avLst/>
          </a:prstGeom>
          <a:solidFill>
            <a:srgbClr val="1D4ED8"/>
          </a:solidFill>
          <a:ln/>
        </p:spPr>
      </p:sp>
      <p:sp>
        <p:nvSpPr>
          <p:cNvPr id="29" name="Text 27"/>
          <p:cNvSpPr/>
          <p:nvPr/>
        </p:nvSpPr>
        <p:spPr>
          <a:xfrm>
            <a:off x="6172200" y="46451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4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574536" y="4599432"/>
            <a:ext cx="47640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Buka Gmail, review draft, lalu kirim dan pantau open rate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02920" y="5495544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3232" y="5495544"/>
            <a:ext cx="106436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KENAPA EMAIL 1 LANGKAH LEBIH PANJANG? 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 butuh setup Gmail Connector sekali di awal — WA langsung jalan dari Claude Projects.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(WA + Email)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SATU TEMPLATE FILE, ENAM SKENARIO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6 Jenis Email Bisnis yang Perlu Dikuasai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148840"/>
            <a:ext cx="3529584" cy="123444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29514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LAUNCH PRODUK BARU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67512" y="26791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Hook kuat + 3 keunggulan + CTA ke link pembelian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142232" y="2148840"/>
            <a:ext cx="3529584" cy="123444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6824" y="229514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FLASH SALE / PROMO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306824" y="26791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Urgensi + detail promo + deadline jelas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81544" y="2148840"/>
            <a:ext cx="3529584" cy="123444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46136" y="229514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FOLLOW-UP PEMBELIAN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946136" y="26791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Minta review + tawarkan produk komplementer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2920" y="3520440"/>
            <a:ext cx="3529584" cy="123444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7512" y="366674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NEWSLETTER BULANAN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67512" y="40507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Highlight + tips + produk unggulan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142232" y="3520440"/>
            <a:ext cx="3529584" cy="123444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06824" y="366674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REACTIVATION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306824" y="40507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Pelanggan 3+ bulan tidak beli — "kami kangen kamu"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781544" y="3520440"/>
            <a:ext cx="3529584" cy="1234440"/>
          </a:xfrm>
          <a:prstGeom prst="roundRect">
            <a:avLst>
              <a:gd name="adj" fmla="val 7407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46136" y="366674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4E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RESELLER / MITRA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946136" y="4050792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Email B2B untuk ajak kolaborasi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05 — Komunikasi Pelanggan (WA + Email)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02920" y="11704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LATIHAN KE KOMUNIKASI SIAP KIRIM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02920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&amp; Output yang Diharapkan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02920" y="2084832"/>
            <a:ext cx="11064240" cy="1965960"/>
          </a:xfrm>
          <a:prstGeom prst="roundRect">
            <a:avLst>
              <a:gd name="adj" fmla="val 5581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224942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LATIHAN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13232" y="2542032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Jalankan prompt ini untuk generate template WA (pakai skenario di cm-template-wa.txt, gunakan minimal 5 kali dalam 1 minggu) dan 2 draft email (dari cm-template-email.txt). Kirim ke minimal 10 kontak, catat open rate dan respons.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13232" y="3310128"/>
            <a:ext cx="106070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310128"/>
            <a:ext cx="10296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i="1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Tambahkan brand voice untuk komunikasi pelanggan: tone santai-hangat, sapaan "Kak", batasan emoji 1-2 per pesan. Lalu buatkan 10 template WhatsApp untuk skenario di cm-template-wa.txt, dan 2 draft email (launch produk baru + flash sale) dari cm-template-email.txt — simpan sebagai draft di Gmail saya.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02920" y="4325112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141D33"/>
          </a:solidFill>
          <a:ln/>
        </p:spPr>
      </p:sp>
      <p:sp>
        <p:nvSpPr>
          <p:cNvPr id="14" name="Text 12"/>
          <p:cNvSpPr/>
          <p:nvPr/>
        </p:nvSpPr>
        <p:spPr>
          <a:xfrm>
            <a:off x="713232" y="4489704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OUTPUT YANG DIHARAPKAN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13232" y="4782312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10 template WhatsApp on-brand siap pakai + 2 email bisnis siap kirim (launch + promo) tersimpan sebagai draft Gmail. 1 Claude Project aktif yang bisa generate konten baru untuk kedua kanal kapanpun.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File pendukung: cm-template-wa.txt, cm-template-email.txt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2026-07-28T13:57:11Z</dcterms:created>
  <dcterms:modified xsi:type="dcterms:W3CDTF">2026-07-28T13:57:11Z</dcterms:modified>
</cp:coreProperties>
</file>