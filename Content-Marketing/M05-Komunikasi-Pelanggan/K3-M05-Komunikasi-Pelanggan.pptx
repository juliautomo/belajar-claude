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384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74684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62088" y="0"/>
            <a:ext cx="4626864" cy="6858000"/>
          </a:xfrm>
          <a:prstGeom prst="rect">
            <a:avLst/>
          </a:prstGeom>
          <a:solidFill>
            <a:srgbClr val="141D3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6184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5" name="Text 3"/>
          <p:cNvSpPr/>
          <p:nvPr/>
        </p:nvSpPr>
        <p:spPr>
          <a:xfrm>
            <a:off x="10616184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5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KREASI KONTEN PEMASARAN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Komunikasi Pelanggan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48640" y="36118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WhatsApp + Email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brand voice, dua kanal — tanpa briefing ulang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PROFIL BISNIS, DUA KANAL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Mengapa Template On-Brand Penting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66751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KONSISTENSI TONE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751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Semua orang di tim balas dengan gaya yang sama, di WA maupun Email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0896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327355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KECEPATAN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27355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Copy-paste + edit &lt;30 detik vs 3-5 menit tulis dari nol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1500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5" name="Text 13"/>
          <p:cNvSpPr/>
          <p:nvPr/>
        </p:nvSpPr>
        <p:spPr>
          <a:xfrm>
            <a:off x="587959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ADA YANG TERLEWAT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87959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untuk semua skenario = tidak bingung harus balas apa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32104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8" name="Text 16"/>
          <p:cNvSpPr/>
          <p:nvPr/>
        </p:nvSpPr>
        <p:spPr>
          <a:xfrm>
            <a:off x="848563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PROFESIONALISME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8563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yang baik membuat bisnis terlihat lebih besar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3566160"/>
            <a:ext cx="11064240" cy="1554480"/>
          </a:xfrm>
          <a:prstGeom prst="roundRect">
            <a:avLst>
              <a:gd name="adj" fmla="val 5882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1" name="Text 19"/>
          <p:cNvSpPr/>
          <p:nvPr/>
        </p:nvSpPr>
        <p:spPr>
          <a:xfrm>
            <a:off x="713232" y="373075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CLAUDE PROJECTS (WAJIB) + GMAIL CONNECTOR (OPSIONAL)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13232" y="404164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Level: Claude Projects (semua plan termasuk Free) · Setup: 5 menit sekali. Tambahkan brand voice CS ke Claude Project dari Modul 1. Upload juga cm-template-wa.txt dan cm-template-email.txt ke Project Knowledge. WhatsApp: belum ada WA Connector, jadi selalu generate lalu copy-paste manual. Email: dasarnya sama, tapi kalau mau, aktifkan Gmail Connector (gratis, 60 detik) — Claude langsung membuat draft di inbox-mu. Belum connect? Copy-paste manual tetap jalan sempurna.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SEBELUM GENERATE, HINDARI INI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94560"/>
            <a:ext cx="11064240" cy="2057400"/>
          </a:xfrm>
          <a:prstGeom prst="roundRect">
            <a:avLst>
              <a:gd name="adj" fmla="val 4444"/>
            </a:avLst>
          </a:prstGeom>
          <a:solidFill>
            <a:srgbClr val="FFF6F6"/>
          </a:solidFill>
          <a:ln w="12700">
            <a:solidFill>
              <a:srgbClr val="F3C6C6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13232" y="234086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 DI WA &amp; EMAIL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13232" y="264261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50976" y="26151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Terlalu formal dan kaku — pembeli modern tidak suka merasa bicara dengan bot, terutama di WA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13232" y="2953512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50976" y="29260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ada CTA yang jelas — tiap pesan/email harus ada next step yang jelas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" y="326440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50976" y="3236976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dikustomisasi per situasi — 1 template untuk semua situasi terasa generic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3232" y="357530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50976" y="354787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Terlalu panjang — WA maksimal 5 baris, Email maksimal 200 kata; keduanya medium untuk di-scan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3232" y="388620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50976" y="385876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Subjek email generik — "Newsletter Bulan Juli" tidak ada yang mau buka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KALIMAT SUDAH CUKUP, KONTEKS SUDAH TERSIMPAN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Siap Pakai per Kanal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21408"/>
            <a:ext cx="5166360" cy="2743200"/>
          </a:xfrm>
          <a:prstGeom prst="roundRect">
            <a:avLst>
              <a:gd name="adj" fmla="val 4000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04088" y="230428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3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WHATSAPP — VIA CLAUDE PROJECTS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04088" y="2651760"/>
            <a:ext cx="47640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"[Claude Project sudah punya profil bisnis, tone santai-hangat, sapaan 'Kak'] Buatkan template WA untuk Skenario 1 dari cm-template-wa.txt: calon pembeli tanya harga pertama kali. Maks 4 baris, emoji 1-2, ada CTA ke katalog."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04088" y="4270248"/>
            <a:ext cx="4764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F6B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Kenapa berhasil: dengan Projects aktif, 1 kalimat instruksi sudah cukup. Hasilnya kamu copy-paste manual ke WhatsApp (belum ada WA Connector).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2121408"/>
            <a:ext cx="5166360" cy="27432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3" name="Text 11"/>
          <p:cNvSpPr/>
          <p:nvPr/>
        </p:nvSpPr>
        <p:spPr>
          <a:xfrm>
            <a:off x="6373368" y="230428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30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— GMAIL CONNECTOR OPSIONAL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373368" y="2651760"/>
            <a:ext cx="47640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"[Project sudah punya profil bisnis, tone, nama pengirim, jabatan] cm-template-email.txt Email 2 sudah saya lengkapi: Flash Sale Frozen Soto, diskon 25%, kode SOTO25, berlaku 3 hari. Tulis email promosi, subjek maks 9 kata, isi maks 150 kata, CTA ke bit.ly/dapurrara. Simpan sebagai draft di Gmail saya."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73368" y="4270248"/>
            <a:ext cx="4764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E4C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Kenapa berhasil: Project sudah tahu tone &amp; pengirim. Ada Gmail Connector? Langsung jadi draft. Belum? Copy-paste manual — sama seperti WhatsApp.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DUA KANAL, DUA ALUR — PANJANG BERBEDA KARENA SETUP BERBEDA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Cara Kerja per Kanal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2121408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WHATSAPP CS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505456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0" name="Text 8"/>
          <p:cNvSpPr/>
          <p:nvPr/>
        </p:nvSpPr>
        <p:spPr>
          <a:xfrm>
            <a:off x="502920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05256" y="2389848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Tambahkan brand voice CS ke Project Modul 1, lalu upload cm-template-wa.txt ke Project Knowledge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3218688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3" name="Text 11"/>
          <p:cNvSpPr/>
          <p:nvPr/>
        </p:nvSpPr>
        <p:spPr>
          <a:xfrm>
            <a:off x="502920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05256" y="3103080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 10 template dasar sekali di awal — Claude sudah tahu konteks bisnis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3931920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6" name="Text 14"/>
          <p:cNvSpPr/>
          <p:nvPr/>
        </p:nvSpPr>
        <p:spPr>
          <a:xfrm>
            <a:off x="502920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05256" y="3816312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 ada pembeli chat: ketik situasinya ke Claude — otomatis cocok ke skenario, generate balasan siap pakai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72200" y="2121408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VIA GMAIL CONNECTOR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72200" y="2505456"/>
            <a:ext cx="292608" cy="29260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0" name="Text 18"/>
          <p:cNvSpPr/>
          <p:nvPr/>
        </p:nvSpPr>
        <p:spPr>
          <a:xfrm>
            <a:off x="6172200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74536" y="2407320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(Opsional) Setup Gmail Connector — atau lewati, nanti copy-paste manual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72200" y="3218688"/>
            <a:ext cx="292608" cy="29260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3" name="Text 21"/>
          <p:cNvSpPr/>
          <p:nvPr/>
        </p:nvSpPr>
        <p:spPr>
          <a:xfrm>
            <a:off x="6172200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74536" y="3120552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Isi cm-template-email.txt bagian relevan (nama produk, harga promo, tanggal, CTA — info bisnis sudah di Project), lalu upload ke Project Knowledge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72200" y="3931920"/>
            <a:ext cx="292608" cy="29260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6" name="Text 24"/>
          <p:cNvSpPr/>
          <p:nvPr/>
        </p:nvSpPr>
        <p:spPr>
          <a:xfrm>
            <a:off x="6172200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574536" y="3833784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Paste isian ke Claude, minta tulis email + "simpan sebagai draft di Gmail saya"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72200" y="4645152"/>
            <a:ext cx="292608" cy="29260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9" name="Text 27"/>
          <p:cNvSpPr/>
          <p:nvPr/>
        </p:nvSpPr>
        <p:spPr>
          <a:xfrm>
            <a:off x="6172200" y="46451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574536" y="4547016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 Gmail, review draft, lalu kirim dan pantau open rate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02920" y="5495544"/>
            <a:ext cx="11064240" cy="960120"/>
          </a:xfrm>
          <a:prstGeom prst="roundRect">
            <a:avLst>
              <a:gd name="adj" fmla="val 11765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32" name="Text 30"/>
          <p:cNvSpPr/>
          <p:nvPr/>
        </p:nvSpPr>
        <p:spPr>
          <a:xfrm>
            <a:off x="713232" y="5495544"/>
            <a:ext cx="106436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KENAPA WA SELALU MANUAL, EMAIL BISA OTOMATIS?  </a:t>
            </a: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Belum ada WA Connector, jadi WA selalu copy-paste. Gmail Connector (opsional) bikin Email langsung jadi draft.</a:t>
            </a:r>
            <a:endParaRPr lang="en-US" sz="1200" dirty="0"/>
          </a:p>
        </p:txBody>
      </p:sp>
      <p:sp>
        <p:nvSpPr>
          <p:cNvPr id="33" name="Oval 32"/>
          <p:cNvSpPr/>
          <p:nvPr/>
        </p:nvSpPr>
        <p:spPr>
          <a:xfrm>
            <a:off x="502920" y="4645152"/>
            <a:ext cx="292608" cy="292608"/>
          </a:xfrm>
          <a:prstGeom prst="ellipse">
            <a:avLst/>
          </a:prstGeom>
          <a:solidFill>
            <a:srgbClr val="1A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4645152"/>
            <a:ext cx="292608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256" y="4526280"/>
            <a:ext cx="4764024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23283A"/>
                </a:solidFill>
                <a:latin typeface="Helvetica"/>
              </a:rPr>
              <a:t>Copy-paste balasan ke WhatsApp. Simpan 10 template dasar di catatan WA/Google Keep sebagai referensi cepat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TEMPLATE FILE, ENAM SKENARIO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 Jenis Email Bisnis yang Perlu Dikuasai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488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667512" y="22951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LAUNCH PRODUK BARU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7512" y="26791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Hook kuat + 3 keunggulan + CTA ke link pembelian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42232" y="21488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4306824" y="22951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FLASH SALE / PROMO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306824" y="26791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Urgensi + detail promo + deadline jelas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81544" y="21488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5" name="Text 13"/>
          <p:cNvSpPr/>
          <p:nvPr/>
        </p:nvSpPr>
        <p:spPr>
          <a:xfrm>
            <a:off x="7946136" y="22951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FOLLOW-UP PEMBELIAN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946136" y="26791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Minta review + tawarkan produk komplementer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35204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8" name="Text 16"/>
          <p:cNvSpPr/>
          <p:nvPr/>
        </p:nvSpPr>
        <p:spPr>
          <a:xfrm>
            <a:off x="667512" y="36667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NEWSLETTER BULANAN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67512" y="40507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Highlight + tips + produk unggulan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142232" y="35204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1" name="Text 19"/>
          <p:cNvSpPr/>
          <p:nvPr/>
        </p:nvSpPr>
        <p:spPr>
          <a:xfrm>
            <a:off x="4306824" y="36667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REACTIVATION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306824" y="40507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Pelanggan 3+ bulan tidak beli — "kami kangen kamu"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781544" y="35204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4" name="Text 22"/>
          <p:cNvSpPr/>
          <p:nvPr/>
        </p:nvSpPr>
        <p:spPr>
          <a:xfrm>
            <a:off x="7946136" y="36667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RESELLER / MITRA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46136" y="40507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B2B untuk ajak kolaborasi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LATIHAN KE KOMUNIKASI SIAP KIRIM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&amp; Output yang Diharapkan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1"/>
            <a:ext cx="11064240" cy="3246120"/>
          </a:xfrm>
          <a:prstGeom prst="roundRect">
            <a:avLst>
              <a:gd name="adj" fmla="val 5581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13232" y="224942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2542032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Upload kedua file sekarang (bukan di Modul 1) ke Project yang sama dari Modul 1. Prompt 1: generate 10 template dasar sekali. Prompt 2: ketik situasi nyata ke Claude, otomatis cocok skenario. WA copy-paste, Email ke 10 kontak.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13232" y="3584448"/>
            <a:ext cx="10607040" cy="713232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8E6C9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868680" y="3584448"/>
            <a:ext cx="102961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i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Tambahkan brand voice: tone santai-hangat, sapaan "Kak", batasan emoji 1-2 per pesan, nama pengirim &amp; jabatan untuk email. Lalu buatkan 10 template WhatsApp untuk skenario di cm-template-wa.txt, dan 2 draft email (launch produk baru + flash sale) dari cm-template-email.txt — simpan sebagai draft di Gmail saya.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5394960"/>
            <a:ext cx="11064240" cy="1234440"/>
          </a:xfrm>
          <a:prstGeom prst="roundRect">
            <a:avLst>
              <a:gd name="adj" fmla="val 7742"/>
            </a:avLst>
          </a:prstGeom>
          <a:solidFill>
            <a:srgbClr val="141D3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4" name="Text 12"/>
          <p:cNvSpPr/>
          <p:nvPr/>
        </p:nvSpPr>
        <p:spPr>
          <a:xfrm>
            <a:off x="713232" y="555955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 YANG DIHARAPKAN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3232" y="585216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 template WhatsApp dasar + 2 email bisnis siap kirim (launch + promo) tersimpan sebagai draft Gmail. 1 Claude Project aktif yang generate balasan personal on-the-spot untuk kasus baru kapanpun.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pendukung: cm-template-wa.txt, cm-template-email.txt</a:t>
            </a:r>
            <a:endParaRPr lang="en-US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713232" y="3346704"/>
            <a:ext cx="1060704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1A7A44"/>
                </a:solidFill>
                <a:latin typeface="Helvetica"/>
              </a:rPr>
              <a:t>PROMPT 1 — GENERATE TEMPLATE DASAR (SEKALI DI AWAL)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389120"/>
            <a:ext cx="1060704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1A7A44"/>
                </a:solidFill>
                <a:latin typeface="Helvetica"/>
              </a:rPr>
              <a:t>PROMPT 2 — PAKAI UNTUK KASUS NYATA (DIULANG TIAP SITUASI BARU)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608576"/>
            <a:ext cx="10607040" cy="566928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55448" rIns="155448" tIns="73152" bIns="73152" wrap="square"/>
          <a:lstStyle/>
          <a:p>
            <a:pPr algn="ctr"/>
            <a:r>
              <a:rPr sz="950" i="1">
                <a:solidFill>
                  <a:srgbClr val="1A7A44"/>
                </a:solidFill>
                <a:latin typeface="Helvetica"/>
              </a:rPr>
              <a:t>"Balas WA: pembeli nanya kenapa pesanannya belum dikirim padahal sudah pesan dari 2 hari lalu, nadanya agak kesal."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925</Words>
  <Application>Microsoft Office PowerPoint</Application>
  <PresentationFormat>Widescreen</PresentationFormat>
  <Paragraphs>99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Julia Utomo</cp:lastModifiedBy>
  <cp:revision>2</cp:revision>
  <dcterms:created xsi:type="dcterms:W3CDTF">2026-07-29T03:50:02Z</dcterms:created>
  <dcterms:modified xsi:type="dcterms:W3CDTF">2026-07-30T06:58:30Z</dcterms:modified>
</cp:coreProperties>
</file>