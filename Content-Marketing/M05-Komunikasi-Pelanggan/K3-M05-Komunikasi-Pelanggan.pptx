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384" y="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674684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3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62088" y="0"/>
            <a:ext cx="4626864" cy="6858000"/>
          </a:xfrm>
          <a:prstGeom prst="rect">
            <a:avLst/>
          </a:prstGeom>
          <a:solidFill>
            <a:srgbClr val="141D33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0616184" y="384048"/>
            <a:ext cx="1024128" cy="384048"/>
          </a:xfrm>
          <a:prstGeom prst="roundRect">
            <a:avLst>
              <a:gd name="adj" fmla="val 23810"/>
            </a:avLst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5" name="Text 3"/>
          <p:cNvSpPr/>
          <p:nvPr/>
        </p:nvSpPr>
        <p:spPr>
          <a:xfrm>
            <a:off x="10616184" y="38404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5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23317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KREASI KONTEN PEMASARAN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60604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Template Komunikasi Pelanggan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48640" y="36118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WhatsApp + Email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48640" y="41605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Satu brand voice, dua kanal — tanpa briefing ulang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Komunikasi Pelanggan (WA + Email)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4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SATU PROFIL BISNIS, DUA KANAL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Mengapa Template On-Brand Penting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084832"/>
            <a:ext cx="2487168" cy="1234440"/>
          </a:xfrm>
          <a:prstGeom prst="roundRect">
            <a:avLst>
              <a:gd name="adj" fmla="val 740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9" name="Text 7"/>
          <p:cNvSpPr/>
          <p:nvPr/>
        </p:nvSpPr>
        <p:spPr>
          <a:xfrm>
            <a:off x="667512" y="2231136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KONSISTENSI TONE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67512" y="265176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Semua orang di tim balas dengan gaya yang sama, di WA maupun Email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108960" y="2084832"/>
            <a:ext cx="2487168" cy="1234440"/>
          </a:xfrm>
          <a:prstGeom prst="roundRect">
            <a:avLst>
              <a:gd name="adj" fmla="val 740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2" name="Text 10"/>
          <p:cNvSpPr/>
          <p:nvPr/>
        </p:nvSpPr>
        <p:spPr>
          <a:xfrm>
            <a:off x="3273552" y="2231136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KECEPATAN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273552" y="265176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Copy-paste + edit &lt;30 detik vs 3-5 menit tulis dari nol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715000" y="2084832"/>
            <a:ext cx="2487168" cy="1234440"/>
          </a:xfrm>
          <a:prstGeom prst="roundRect">
            <a:avLst>
              <a:gd name="adj" fmla="val 740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5" name="Text 13"/>
          <p:cNvSpPr/>
          <p:nvPr/>
        </p:nvSpPr>
        <p:spPr>
          <a:xfrm>
            <a:off x="5879592" y="2231136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TIDAK ADA YANG TERLEWAT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879592" y="265176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Template untuk semua skenario = tidak bingung harus balas apa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321040" y="2084832"/>
            <a:ext cx="2487168" cy="1234440"/>
          </a:xfrm>
          <a:prstGeom prst="roundRect">
            <a:avLst>
              <a:gd name="adj" fmla="val 740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8" name="Text 16"/>
          <p:cNvSpPr/>
          <p:nvPr/>
        </p:nvSpPr>
        <p:spPr>
          <a:xfrm>
            <a:off x="8485632" y="2231136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PROFESIONALISME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485632" y="265176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Template yang baik membuat bisnis terlihat lebih besar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02920" y="3566160"/>
            <a:ext cx="11064240" cy="1554480"/>
          </a:xfrm>
          <a:prstGeom prst="roundRect">
            <a:avLst>
              <a:gd name="adj" fmla="val 5882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21" name="Text 19"/>
          <p:cNvSpPr/>
          <p:nvPr/>
        </p:nvSpPr>
        <p:spPr>
          <a:xfrm>
            <a:off x="713232" y="373075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◆  CLAUDE PROJECTS (WAJIB) + GMAIL CONNECTOR (OPSIONAL)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13232" y="404164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Level: Claude Projects (semua plan termasuk Free) · Setup: 5 menit sekali. Tambahkan brand voice CS ke Claude Project dari Modul 1. Upload juga cm-template-wa.txt dan cm-template-email.txt ke Project Knowledge. WhatsApp: belum ada WA Connector, jadi selalu generate lalu copy-paste manual. Email: dasarnya sama, tapi kalau mau, aktifkan Gmail Connector (gratis, 60 detik) — Claude langsung membuat draft di inbox-mu. Belum connect? Copy-paste manual tetap jalan sempurna.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Komunikasi Pelanggan (WA + Email)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4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SEBELUM GENERATE, HINDARI INI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Kesalahan Umum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194560"/>
            <a:ext cx="11064240" cy="2057400"/>
          </a:xfrm>
          <a:prstGeom prst="roundRect">
            <a:avLst>
              <a:gd name="adj" fmla="val 4444"/>
            </a:avLst>
          </a:prstGeom>
          <a:solidFill>
            <a:srgbClr val="FFF6F6"/>
          </a:solidFill>
          <a:ln w="12700">
            <a:solidFill>
              <a:srgbClr val="F3C6C6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9" name="Text 7"/>
          <p:cNvSpPr/>
          <p:nvPr/>
        </p:nvSpPr>
        <p:spPr>
          <a:xfrm>
            <a:off x="713232" y="2340864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40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KESALAHAN UMUM DI WA &amp; EMAIL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13232" y="2642616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×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50976" y="2615184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A3B3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Terlalu formal dan kaku — pembeli modern tidak suka merasa bicara dengan bot, terutama di WA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13232" y="2953512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×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50976" y="2926080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A3B3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Tidak ada CTA yang jelas — tiap pesan/email harus ada next step yang jelas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13232" y="326440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×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50976" y="3236976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A3B3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Tidak dikustomisasi per situasi — 1 template untuk semua situasi terasa generic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13232" y="3575304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×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50976" y="3547872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A3B3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Terlalu panjang — WA maksimal 5 baris, Email maksimal 200 kata; keduanya medium untuk di-scan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13232" y="3886200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×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50976" y="3858768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A3B3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Subjek email generik — "Newsletter Bulan Juli" tidak ada yang mau buka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Komunikasi Pelanggan (WA + Email)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4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SATU KALIMAT SUDAH CUKUP, KONTEKS SUDAH TERSIMPAN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 Siap Pakai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121408"/>
            <a:ext cx="5166360" cy="2743200"/>
          </a:xfrm>
          <a:prstGeom prst="roundRect">
            <a:avLst>
              <a:gd name="adj" fmla="val 4000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9" name="Text 7"/>
          <p:cNvSpPr/>
          <p:nvPr/>
        </p:nvSpPr>
        <p:spPr>
          <a:xfrm>
            <a:off x="704088" y="2304288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30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WHATSAPP — VIA CLAUDE PROJECTS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04088" y="2651760"/>
            <a:ext cx="476402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i="1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"[Claude Project sudah punya profil bisnis, tone santai-hangat, sapaan 'Kak'] Buatkan template WA untuk Skenario 1 dari cm-template-wa.txt: calon pembeli tanya harga pertama kali. Maks 4 baris, emoji 1-2, ada CTA ke katalog."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04088" y="4270248"/>
            <a:ext cx="47640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F6B5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Kenapa berhasil: dengan Projects aktif, 1 kalimat instruksi sudah cukup. Hasilnya kamu copy-paste manual ke WhatsApp (belum ada WA Connector).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72200" y="2121408"/>
            <a:ext cx="5166360" cy="274320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3" name="Text 11"/>
          <p:cNvSpPr/>
          <p:nvPr/>
        </p:nvSpPr>
        <p:spPr>
          <a:xfrm>
            <a:off x="6373368" y="2304288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30" dirty="0">
                <a:solidFill>
                  <a:srgbClr val="1D4E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EMAIL — GMAIL CONNECTOR OPSIONAL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373368" y="2651760"/>
            <a:ext cx="476402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i="1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"[Project sudah punya profil bisnis, tone, nama pengirim, jabatan] cm-template-email.txt Email 2 sudah saya lengkapi: Flash Sale Frozen Soto, diskon 25%, kode SOTO25, berlaku 3 hari. Tulis email promosi, subjek maks 9 kata, isi maks 150 kata, CTA ke bit.ly/dapurrara. Simpan sebagai draft di Gmail saya."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373368" y="4270248"/>
            <a:ext cx="47640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E4C8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Kenapa berhasil: Project sudah tahu tone &amp; pengirim. Ada Gmail Connector? Langsung jadi draft. Belum? Copy-paste manual — sama seperti WhatsApp.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Komunikasi Pelanggan (WA + Email)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4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DUA KANAL, DUA ALUR — PANJANG BERBEDA KARENA SETUP BERBEDA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Cara Kerja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02920" y="2121408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WHATSAPP CS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02920" y="2505456"/>
            <a:ext cx="292608" cy="292608"/>
          </a:xfrm>
          <a:prstGeom prst="ellipse">
            <a:avLst/>
          </a:prstGeom>
          <a:solidFill>
            <a:srgbClr val="1A7A44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10" name="Text 8"/>
          <p:cNvSpPr/>
          <p:nvPr/>
        </p:nvSpPr>
        <p:spPr>
          <a:xfrm>
            <a:off x="502920" y="25054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905256" y="2389848"/>
            <a:ext cx="47640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Tambahkan brand voice CS ke Project Modul 1, lalu upload cm-template-wa.txt ke Project Knowledge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3218688"/>
            <a:ext cx="292608" cy="292608"/>
          </a:xfrm>
          <a:prstGeom prst="ellipse">
            <a:avLst/>
          </a:prstGeom>
          <a:solidFill>
            <a:srgbClr val="1A7A44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13" name="Text 11"/>
          <p:cNvSpPr/>
          <p:nvPr/>
        </p:nvSpPr>
        <p:spPr>
          <a:xfrm>
            <a:off x="502920" y="32186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905256" y="3103080"/>
            <a:ext cx="47640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Generate 10 template dasar sekali di awal — Claude sudah tahu konteks bisnis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02920" y="3931920"/>
            <a:ext cx="292608" cy="292608"/>
          </a:xfrm>
          <a:prstGeom prst="ellipse">
            <a:avLst/>
          </a:prstGeom>
          <a:solidFill>
            <a:srgbClr val="1A7A44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16" name="Text 14"/>
          <p:cNvSpPr/>
          <p:nvPr/>
        </p:nvSpPr>
        <p:spPr>
          <a:xfrm>
            <a:off x="502920" y="3931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905256" y="3816312"/>
            <a:ext cx="47640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Pas ada pembeli chat: ketik situasinya ke Claude — otomatis cocok ke skenario, generate balasan siap pakai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172200" y="2121408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1D4E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EMAIL VIA GMAIL CONNECTOR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72200" y="2505456"/>
            <a:ext cx="292608" cy="292608"/>
          </a:xfrm>
          <a:prstGeom prst="ellipse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20" name="Text 18"/>
          <p:cNvSpPr/>
          <p:nvPr/>
        </p:nvSpPr>
        <p:spPr>
          <a:xfrm>
            <a:off x="6172200" y="25054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574536" y="2343256"/>
            <a:ext cx="47640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(Opsional) Setup Gmail Connector — atau lewati, nanti copy-paste manual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172200" y="3218688"/>
            <a:ext cx="292608" cy="292608"/>
          </a:xfrm>
          <a:prstGeom prst="ellipse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23" name="Text 21"/>
          <p:cNvSpPr/>
          <p:nvPr/>
        </p:nvSpPr>
        <p:spPr>
          <a:xfrm>
            <a:off x="6172200" y="32186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574536" y="3120552"/>
            <a:ext cx="47640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Isi cm-template-email.txt bagian relevan (nama produk, harga promo, tanggal, CTA — info bisnis sudah di Project), lalu upload ke Project Knowledge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172200" y="3931920"/>
            <a:ext cx="292608" cy="292608"/>
          </a:xfrm>
          <a:prstGeom prst="ellipse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26" name="Text 24"/>
          <p:cNvSpPr/>
          <p:nvPr/>
        </p:nvSpPr>
        <p:spPr>
          <a:xfrm>
            <a:off x="6172200" y="3931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574536" y="3810488"/>
            <a:ext cx="47640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Paste isian ke Claude, minta tulis email + "simpan sebagai draft di Gmail saya"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172200" y="4645152"/>
            <a:ext cx="292608" cy="292608"/>
          </a:xfrm>
          <a:prstGeom prst="ellipse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29" name="Text 27"/>
          <p:cNvSpPr/>
          <p:nvPr/>
        </p:nvSpPr>
        <p:spPr>
          <a:xfrm>
            <a:off x="6172200" y="46451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574536" y="4482952"/>
            <a:ext cx="47640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Buka Gmail, review draft, lalu kirim dan pantau open rate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02920" y="5495544"/>
            <a:ext cx="11064240" cy="960120"/>
          </a:xfrm>
          <a:prstGeom prst="roundRect">
            <a:avLst>
              <a:gd name="adj" fmla="val 11765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32" name="Text 30"/>
          <p:cNvSpPr/>
          <p:nvPr/>
        </p:nvSpPr>
        <p:spPr>
          <a:xfrm>
            <a:off x="713232" y="5495544"/>
            <a:ext cx="106436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◆  KENAPA WA SELALU MANUAL, EMAIL BISA OTOMATIS?  </a:t>
            </a: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Belum ada WA Connector, jadi WA selalu copy-paste. Gmail Connector (opsional) bikin Email langsung jadi draft.</a:t>
            </a:r>
            <a:endParaRPr lang="en-US" sz="1200" dirty="0"/>
          </a:p>
        </p:txBody>
      </p:sp>
      <p:sp>
        <p:nvSpPr>
          <p:cNvPr id="33" name="Oval 32"/>
          <p:cNvSpPr/>
          <p:nvPr/>
        </p:nvSpPr>
        <p:spPr>
          <a:xfrm>
            <a:off x="502920" y="4645152"/>
            <a:ext cx="292608" cy="292608"/>
          </a:xfrm>
          <a:prstGeom prst="ellipse">
            <a:avLst/>
          </a:prstGeom>
          <a:solidFill>
            <a:srgbClr val="1A7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02920" y="4645152"/>
            <a:ext cx="292608" cy="29260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Helvetica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5256" y="4654183"/>
            <a:ext cx="4764024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100">
                <a:solidFill>
                  <a:srgbClr val="23283A"/>
                </a:solidFill>
                <a:latin typeface="Helvetica"/>
              </a:rPr>
              <a:t>Copy-paste balasan ke WhatsApp. Simpan 10 template dasar di catatan WA/Google Keep sebagai referensi cepat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Komunikasi Pelanggan (WA + Email)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4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SATU TEMPLATE FILE, ENAM SKENARIO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6 Jenis Email Bisnis yang Perlu Dikuasai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148840"/>
            <a:ext cx="3529584" cy="123444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9" name="Text 7"/>
          <p:cNvSpPr/>
          <p:nvPr/>
        </p:nvSpPr>
        <p:spPr>
          <a:xfrm>
            <a:off x="667512" y="229514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D4E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LAUNCH PRODUK BARU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67512" y="267919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Hook kuat + 3 keunggulan + CTA ke link pembelian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42232" y="2148840"/>
            <a:ext cx="3529584" cy="123444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2" name="Text 10"/>
          <p:cNvSpPr/>
          <p:nvPr/>
        </p:nvSpPr>
        <p:spPr>
          <a:xfrm>
            <a:off x="4306824" y="229514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D4E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FLASH SALE / PROMO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306824" y="267919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Urgensi + detail promo + deadline jelas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781544" y="2148840"/>
            <a:ext cx="3529584" cy="123444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5" name="Text 13"/>
          <p:cNvSpPr/>
          <p:nvPr/>
        </p:nvSpPr>
        <p:spPr>
          <a:xfrm>
            <a:off x="7946136" y="229514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D4E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FOLLOW-UP PEMBELIAN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7946136" y="267919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Minta review + tawarkan produk komplementer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02920" y="3520440"/>
            <a:ext cx="3529584" cy="123444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8" name="Text 16"/>
          <p:cNvSpPr/>
          <p:nvPr/>
        </p:nvSpPr>
        <p:spPr>
          <a:xfrm>
            <a:off x="667512" y="366674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D4E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NEWSLETTER BULANAN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67512" y="405079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Highlight + tips + produk unggulan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142232" y="3520440"/>
            <a:ext cx="3529584" cy="123444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21" name="Text 19"/>
          <p:cNvSpPr/>
          <p:nvPr/>
        </p:nvSpPr>
        <p:spPr>
          <a:xfrm>
            <a:off x="4306824" y="366674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D4E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REACTIVATION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306824" y="405079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Pelanggan 3+ bulan tidak beli — "kami kangen kamu"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781544" y="3520440"/>
            <a:ext cx="3529584" cy="123444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24" name="Text 22"/>
          <p:cNvSpPr/>
          <p:nvPr/>
        </p:nvSpPr>
        <p:spPr>
          <a:xfrm>
            <a:off x="7946136" y="366674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D4E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RESELLER / MITRA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946136" y="405079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Email B2B untuk ajak kolaborasi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Komunikasi Pelanggan (WA + Email)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4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TIGA LATIHAN, TIGA OUTPUT JELAS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Latihan 1 &amp; 2: Setup Brand Voice + Generate Template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084831"/>
            <a:ext cx="11064240" cy="1691640"/>
          </a:xfrm>
          <a:prstGeom prst="roundRect">
            <a:avLst>
              <a:gd name="adj" fmla="val 5581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9" name="Text 7"/>
          <p:cNvSpPr/>
          <p:nvPr/>
        </p:nvSpPr>
        <p:spPr>
          <a:xfrm>
            <a:off x="713232" y="2249424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■  LATIHAN 1 — SETUP BRAND VOICE CS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13232" y="2542032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Buka Project yang sama dari Modul 1 → Project Instructions → tambahkan teks di bawah, jangan hapus positioning yang sudah ada.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13232" y="2999232"/>
            <a:ext cx="10607040" cy="50292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B8E6C9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2" name="Text 10"/>
          <p:cNvSpPr/>
          <p:nvPr/>
        </p:nvSpPr>
        <p:spPr>
          <a:xfrm>
            <a:off x="868680" y="2999232"/>
            <a:ext cx="10296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i="1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Brand voice untuk komunikasi pelanggan: tone santai-hangat, sapaan "Kak", batasan emoji 1-2/pesan. Email: nama pengirim [nama], jabatan [Owner/dst].</a:t>
            </a:r>
            <a:endParaRPr lang="en-US" sz="950" dirty="0"/>
          </a:p>
        </p:txBody>
      </p:sp>
      <p:sp>
        <p:nvSpPr>
          <p:cNvPr id="19" name="TextBox 18"/>
          <p:cNvSpPr txBox="1"/>
          <p:nvPr/>
        </p:nvSpPr>
        <p:spPr>
          <a:xfrm>
            <a:off x="713232" y="35661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A7A44"/>
                </a:solidFill>
                <a:latin typeface="Helvetica"/>
              </a:rPr>
              <a:t>✅ Output: Project Instructions ter-update — dipakai otomatis di semua chat berikutnya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913632"/>
            <a:ext cx="11064240" cy="2606040"/>
          </a:xfrm>
          <a:prstGeom prst="roundRect">
            <a:avLst>
              <a:gd name="adj" fmla="val 6000"/>
            </a:avLst>
          </a:prstGeom>
          <a:solidFill>
            <a:srgbClr val="EAFAF0"/>
          </a:solidFill>
          <a:ln w="12700">
            <a:solidFill>
              <a:srgbClr val="B8E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4078224"/>
            <a:ext cx="106070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1A7A44"/>
                </a:solidFill>
                <a:latin typeface="Helvetica"/>
              </a:rPr>
              <a:t>■  LATIHAN 2 — GENERATE TEMPLATE DASAR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4370832"/>
            <a:ext cx="106070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>
                <a:solidFill>
                  <a:srgbClr val="23283A"/>
                </a:solidFill>
                <a:latin typeface="Helvetica"/>
              </a:rPr>
              <a:t>Upload cm-template-wa.txt (siap pakai) dan cm-template-email.txt ke Project Knowledge. Isi dulu bagian EMAIL 1 (Launch) &amp; EMAIL 2 (Flash Sale) — detail promo ini spesifik untuk campaign sekarang, belum ada di Project manapun.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5010912"/>
            <a:ext cx="10607040" cy="59436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B8E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55448" rIns="155448" tIns="73152" bIns="73152" wrap="square"/>
          <a:lstStyle/>
          <a:p>
            <a:pPr algn="ctr"/>
            <a:r>
              <a:rPr sz="950" i="1">
                <a:solidFill>
                  <a:srgbClr val="1A7A44"/>
                </a:solidFill>
                <a:latin typeface="Helvetica"/>
              </a:rPr>
              <a:t>Buatkan 10 template WhatsApp untuk skenario di cm-template-wa.txt, dan 2 draft email (launch + flash sale) dari cm-template-email.txt — simpan sebagai draft di Gmail saya.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5650992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A7A44"/>
                </a:solidFill>
                <a:latin typeface="Helvetica"/>
              </a:rPr>
              <a:t>✅ Output: 10 template WA dasar + 2 email draft tersimpan di Gmail — jadi acuan Latihan 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9" name="Rounded Rectangle 18"/>
          <p:cNvSpPr/>
          <p:nvPr/>
        </p:nvSpPr>
        <p:spPr>
          <a:xfrm>
            <a:off x="502920" y="2084831"/>
            <a:ext cx="11064240" cy="2377440"/>
          </a:xfrm>
          <a:prstGeom prst="roundRect">
            <a:avLst>
              <a:gd name="adj" fmla="val 6000"/>
            </a:avLst>
          </a:prstGeom>
          <a:solidFill>
            <a:srgbClr val="EAFAF0"/>
          </a:solidFill>
          <a:ln w="12700">
            <a:solidFill>
              <a:srgbClr val="B8E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/>
            </a:r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Komunikasi Pelanggan (WA + Email)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4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DARI TEMPLATE KE BALASAN NYATA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Latihan 3: Reuse untuk Kasus Nyata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02920" y="4663440"/>
            <a:ext cx="11064240" cy="1691640"/>
          </a:xfrm>
          <a:prstGeom prst="roundRect">
            <a:avLst>
              <a:gd name="adj" fmla="val 7742"/>
            </a:avLst>
          </a:prstGeom>
          <a:solidFill>
            <a:srgbClr val="141D33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14" name="Text 12"/>
          <p:cNvSpPr/>
          <p:nvPr/>
        </p:nvSpPr>
        <p:spPr>
          <a:xfrm>
            <a:off x="713232" y="482803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OUTPUT MODUL (KESELURUHAN)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13232" y="512064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 Claude Project dengan brand voice CS aktif (Latihan 1) + 10 template WhatsApp dasar dan 2 email draft di Gmail (Latihan 2) + kemampuan generate balasan on-the-spot untuk kasus baru kapanpun (Latihan 3).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pendukung: cm-template-wa.txt, cm-template-email.txt</a:t>
            </a:r>
            <a:endParaRPr lang="en-US" sz="1100" dirty="0"/>
          </a:p>
        </p:txBody>
      </p:sp>
      <p:sp>
        <p:nvSpPr>
          <p:cNvPr id="18" name="Rounded Rectangle 17"/>
          <p:cNvSpPr/>
          <p:nvPr/>
        </p:nvSpPr>
        <p:spPr>
          <a:xfrm>
            <a:off x="713232" y="3456432"/>
            <a:ext cx="10607040" cy="566928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B8E6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5448" tIns="73152" rIns="155448" bIns="73152" rtlCol="0" anchor="ctr"/>
          <a:lstStyle/>
          <a:p>
            <a:pPr algn="ctr"/>
            <a:r>
              <a:rPr sz="950" i="1">
                <a:solidFill>
                  <a:srgbClr val="1A7A44"/>
                </a:solidFill>
                <a:latin typeface="Helvetica"/>
              </a:rPr>
              <a:t>"Balas WA: pembeli nanya kenapa pesanannya belum dikirim padahal sudah pesan dari 2 hari lalu, nadanya agak kesal."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2249424"/>
            <a:ext cx="106070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1A7A44"/>
                </a:solidFill>
                <a:latin typeface="Helvetica"/>
              </a:rPr>
              <a:t>■  LATIHAN 3 — REUSE UNTUK KASUS NYATA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2542032"/>
            <a:ext cx="106070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>
                <a:solidFill>
                  <a:srgbClr val="23283A"/>
                </a:solidFill>
                <a:latin typeface="Helvetica"/>
              </a:rPr>
              <a:t>Begitu ada pembeli chat beneran, jangan buka file template — ketik situasinya langsung ke Claude, otomatis cocok ke skenario yang sesuai. Ulangi minimal 5x/minggu (WA), kirim email ke minimal 10 kontak, catat hasilnya.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411480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A7A44"/>
                </a:solidFill>
                <a:latin typeface="Helvetica"/>
              </a:rPr>
              <a:t>✅ Output: balasan personal siap pakai, on-the-spot, untuk kasus baru kapanpun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1024</Words>
  <Application>Microsoft Office PowerPoint</Application>
  <PresentationFormat>Widescreen</PresentationFormat>
  <Paragraphs>104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Helvetica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Julia Utomo</cp:lastModifiedBy>
  <cp:revision>4</cp:revision>
  <dcterms:created xsi:type="dcterms:W3CDTF">2026-07-29T03:50:02Z</dcterms:created>
  <dcterms:modified xsi:type="dcterms:W3CDTF">2026-07-30T07:48:13Z</dcterms:modified>
</cp:coreProperties>
</file>