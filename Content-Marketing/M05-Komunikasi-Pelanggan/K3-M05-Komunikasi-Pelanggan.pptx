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(WAJIB) + GMAIL CONNECTOR (OPSIONAL)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1. Upload cm-template-wa.txt ke Project Knowledge. Belum ada WA Connector, jadi selalu generate lalu copy-paste manual. Mau coba Email juga (opsional)? cm-template-email.txt dipakai dengan cara yang sama, plus Gmail Connector kalau mau draft otomatis.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cukup. Hasilnya kamu copy-paste manual ke WhatsApp (belum ada WA Connector).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GMAIL CONNECTOR OPSIONAL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sudah punya profil bisnis, tone, nama pengirim, jabatan] cm-template-email.txt Email 2 sudah saya lengkapi: Flash Sale Frozen Soto, diskon 25%, kode SOTO25, berlaku 3 hari. Tulis email promosi, subjek maks 9 kata, isi maks 150 kata,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tone &amp; pengirim. Ada Gmail Connector? Langsung jadi draft. Belum? Copy-paste manual — sama seperti WhatsApp.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(OPSIONAL)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34325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(Opsional) Setup Gmail Connector — atau lewati, nanti copy-paste manual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205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(Opsional, bonus) Isi cm-template-email.txt bagian relevan, lalu upload ke Project Knowledge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1048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4829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96012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2" name="Text 30"/>
          <p:cNvSpPr/>
          <p:nvPr/>
        </p:nvSpPr>
        <p:spPr>
          <a:xfrm>
            <a:off x="713232" y="5495544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WA SELALU MANUAL, EMAIL BISA OTOMATIS?  </a:t>
            </a: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ada WA Connector, jadi WA selalu copy-paste. Gmail Connector (opsional) bikin Email langsung jadi draft.</a:t>
            </a:r>
            <a:endParaRPr lang="en-US" sz="12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4764024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Situasi Komunikasi Pelanggan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UPDATE/CERITA BERKALA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1-2/pesan. Email: nama pengirim [nama], jabatan [Owner/dst].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010912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5448" rIns="155448" tIns="73152" bIns="73152" wrap="square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6509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tersimpan — jadi acuan Latihan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Reuse untuk Kasus Nyata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dasar (Latihan 2) + kemampuan generate balasan on-the-spot untuk kasus baru kapanpun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 Mau coba Email juga? cm-template-email.txt siap dipakai (opsional).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456432"/>
            <a:ext cx="10607040" cy="566928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"Balas WA: pembeli minta diskon tambahan karena mau beli 5 pcs sekaligus."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REUSE UNTUK KASUS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jangan buka file template — ketik situasinya langsung ke Claude, otomatis cocok ke skenario yang sesuai. Ulangi minimal 5x/minggu, catat respons pelanggan.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48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personal siap pakai, on-the-spot, untuk kasus baru kapanpun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1024</Words>
  <Application>Microsoft Office PowerPoint</Application>
  <PresentationFormat>Widescreen</PresentationFormat>
  <Paragraphs>104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4</cp:revision>
  <dcterms:created xsi:type="dcterms:W3CDTF">2026-07-29T03:50:02Z</dcterms:created>
  <dcterms:modified xsi:type="dcterms:W3CDTF">2026-07-30T07:48:13Z</dcterms:modified>
</cp:coreProperties>
</file>