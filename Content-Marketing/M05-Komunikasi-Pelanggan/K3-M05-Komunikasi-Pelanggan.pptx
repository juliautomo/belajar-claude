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8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46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2088" y="0"/>
            <a:ext cx="4626864" cy="6858000"/>
          </a:xfrm>
          <a:prstGeom prst="rect">
            <a:avLst/>
          </a:prstGeom>
          <a:solidFill>
            <a:srgbClr val="141D3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6184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0616184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KREASI KONTEN PEMASARAN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Komunikasi Pelanggan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+ Email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brand voice, dua kanal — tanpa briefing ulang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Komunikasi Pelanggan (WA + 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PROFIL BISNIS, DUA KANAL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Mengapa Template On-Brand Penting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6751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KONSISTENSI TONE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26517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Semua orang di tim balas dengan gaya yang sama, di WA maupun Email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2084832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27355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KECEPATAN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73552" y="26517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Copy-paste + edit &lt;30 detik vs 3-5 menit tulis dari nol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15000" y="2084832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87959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ADA YANG TERLEWAT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79592" y="26517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untuk semua skenario = tidak bingung harus balas apa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0" y="2084832"/>
            <a:ext cx="2487168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8485632" y="223113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PROFESIONALISME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85632" y="26517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yang baik membuat bisnis terlihat lebih besar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713232" y="37307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CLAUDE PROJECTS (WAJIB) + GMAIL CONNECTOR (OPSIONAL)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404164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Level: Claude Projects (semua plan termasuk Free) · Setup: 5 menit sekali. Tambahkan brand voice CS ke Claude Project dari Modul 1. Upload cm-template-wa.txt ke Project Knowledge. Belum ada WA Connector, jadi selalu generate lalu copy-paste manual. Mau coba Email juga (opsional)? cm-template-email.txt dipakai dengan cara yang sama, plus Gmail Connector kalau mau draft otomatis.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Komunikasi Pelanggan (WA + 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GENERATE, HINDARI INI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1064240" cy="2057400"/>
          </a:xfrm>
          <a:prstGeom prst="roundRect">
            <a:avLst>
              <a:gd name="adj" fmla="val 4444"/>
            </a:avLst>
          </a:prstGeom>
          <a:solidFill>
            <a:srgbClr val="FFF6F6"/>
          </a:solidFill>
          <a:ln w="12700">
            <a:solidFill>
              <a:srgbClr val="F3C6C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713232" y="234086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KESALAHAN UMUM DI WA &amp; EMAIL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64261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26151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Terlalu formal dan kaku — pembeli modern tidak suka merasa bicara dengan bot, terutama di WA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95351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9260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ada CTA yang jelas — tiap pesan/email harus ada next step yang jelas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326440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3236976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dikustomisasi per situasi — 1 template untuk semua situasi terasa generic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57530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54787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Terlalu panjang — WA maksimal 5 baris, Email maksimal 200 kata; keduanya medium untuk di-scan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88620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85876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3B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Subjek email generik — "Newsletter Bulan Juli" tidak ada yang mau buka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Komunikasi Pelanggan (WA + 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KALIMAT SUDAH CUKUP, KONTEKS SUDAH TERSIMPAN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Siap Pakai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5166360" cy="2743200"/>
          </a:xfrm>
          <a:prstGeom prst="roundRect">
            <a:avLst>
              <a:gd name="adj" fmla="val 4000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704088" y="230428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— VIA CLAUDE PROJECTS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2651760"/>
            <a:ext cx="4764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"[Claude Project sudah punya profil bisnis, tone santai-hangat, sapaan 'Kak'] Buatkan template WA untuk Skenario 1 dari cm-template-wa.txt: calon pembeli tanya harga pertama kali. Maks 4 baris, emoji 1-2, ada CTA ke katalog."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" y="4270248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F6B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berhasil: dengan Projects aktif, 1 kalimat instruksi sudah cukup. Hasilnya kamu copy-paste manual ke WhatsApp (belum ada WA Connector).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121408"/>
            <a:ext cx="5166360" cy="27432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373368" y="230428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— GMAIL CONNECTOR OPSIONAL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73368" y="2651760"/>
            <a:ext cx="4764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"[Project sudah punya profil bisnis, tone, nama pengirim, jabatan] cm-template-email.txt Email 2 sudah saya lengkapi: Flash Sale Frozen Soto, diskon 25%, kode SOTO25, berlaku 3 hari. Tulis email promosi, subjek maks 9 kata, isi maks 150 kata, CTA ke bit.ly/dapurrara. Simpan sebagai draft di Gmail saya."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73368" y="4270248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4C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berhasil: Project sudah tahu tone &amp; pengirim. Ada Gmail Connector? Langsung jadi draft. Belum? Copy-paste manual — sama seperti WhatsApp.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Komunikasi Pelanggan (WA + 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 KANAL, DUA ALUR — PANJANG BERBEDA KARENA SETUP BERBEDA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Kerja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292608" cy="292608"/>
          </a:xfrm>
          <a:prstGeom prst="ellipse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05256" y="2389848"/>
            <a:ext cx="4764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Tambahkan brand voice CS ke Project Modul 1, lalu upload cm-template-wa.txt ke Project Knowledge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292608" cy="292608"/>
          </a:xfrm>
          <a:prstGeom prst="ellipse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5256" y="3103080"/>
            <a:ext cx="4764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10 template dasar sekali di awal — Claude sudah tahu konteks bisnis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292608" cy="292608"/>
          </a:xfrm>
          <a:prstGeom prst="ellipse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5256" y="3816312"/>
            <a:ext cx="4764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 ada pembeli chat: ketik situasinya ke Claude — otomatis cocok ke skenario, generate balasan siap pakai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121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(OPSIONAL)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250545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617220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74536" y="2343256"/>
            <a:ext cx="4764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(Opsional) Setup Gmail Connector — atau lewati, nanti copy-paste manual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21868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17220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74536" y="3120552"/>
            <a:ext cx="4764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(Opsional, bonus) Isi cm-template-email.txt bagian relevan, lalu upload ke Project Knowledge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9319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6172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74536" y="3810488"/>
            <a:ext cx="4764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Paste isian ke Claude, minta tulis email + "simpan sebagai draft di Gmail saya"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645152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74536" y="4482952"/>
            <a:ext cx="4764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Gmail, review draft, lalu kirim dan pantau open rate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495544"/>
            <a:ext cx="11064240" cy="960120"/>
          </a:xfrm>
          <a:prstGeom prst="roundRect">
            <a:avLst>
              <a:gd name="adj" fmla="val 11765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713232" y="5495544"/>
            <a:ext cx="10643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KENAPA WA SELALU MANUAL, EMAIL BISA OTOMATIS?  </a:t>
            </a: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Belum ada WA Connector, jadi WA selalu copy-paste. Gmail Connector (opsional) bikin Email langsung jadi draft.</a:t>
            </a:r>
            <a:endParaRPr lang="en-US" sz="1200" dirty="0"/>
          </a:p>
        </p:txBody>
      </p:sp>
      <p:sp>
        <p:nvSpPr>
          <p:cNvPr id="33" name="Oval 32"/>
          <p:cNvSpPr/>
          <p:nvPr/>
        </p:nvSpPr>
        <p:spPr>
          <a:xfrm>
            <a:off x="502920" y="4645152"/>
            <a:ext cx="292608" cy="292608"/>
          </a:xfrm>
          <a:prstGeom prst="ellipse">
            <a:avLst/>
          </a:prstGeom>
          <a:solidFill>
            <a:srgbClr val="1A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645152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654183"/>
            <a:ext cx="476402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>
                <a:solidFill>
                  <a:srgbClr val="23283A"/>
                </a:solidFill>
                <a:latin typeface="Helvetica"/>
              </a:rPr>
              <a:t>Copy-paste balasan ke WhatsApp. Simpan 10 template dasar di catatan WA/Google Keep sebagai referensi cepat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Komunikasi Pelanggan (WA + 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TEMPLATE FILE, ENAM SKENARIO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Jenis Email Bisnis yang Perlu Dikuasai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67512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PRODUK BARU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26791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Hook kuat + 3 keunggulan + CTA ke link pembelian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42232" y="214884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306824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FLASH SALE / PROMO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06824" y="26791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Urgensi + detail promo + deadline jelas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81544" y="214884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7946136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FOLLOW-UP PEMBELIAN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46136" y="26791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Minta review + tawarkan produk komplementer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67512" y="3666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NEWSLETTER BULANAN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" y="4050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Highlight + tips + produk unggulan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42232" y="352044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306824" y="3666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REACTIVATION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06824" y="4050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Pelanggan 3+ bulan tidak beli — "kami kangen kamu"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81544" y="352044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946136" y="3666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RESELLER / MITRA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46136" y="4050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B2B untuk ajak kolaborasi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Komunikasi Pelanggan (WA + 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TIGA LATIHAN, TIGA OUTPUT JELAS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1 &amp; 2: Setup Brand Voice + Generate Template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1"/>
            <a:ext cx="11064240" cy="1691640"/>
          </a:xfrm>
          <a:prstGeom prst="roundRect">
            <a:avLst>
              <a:gd name="adj" fmla="val 558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713232" y="22494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 1 — SETUP BRAND VOICE 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5420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Project yang sama dari Modul 1 → Project Instructions → tambahkan teks di bawah, jangan hapus positioning yang sudah 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2999232"/>
            <a:ext cx="10607040" cy="5029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10296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voice untuk komunikasi pelanggan: tone santai-hangat, sapaan "Kak", batasan emoji 1-2/pesan. Email: nama pengirim [nama], jabatan [Owner/dst].</a:t>
            </a:r>
            <a:endParaRPr lang="en-US" sz="950" dirty="0"/>
          </a:p>
        </p:txBody>
      </p:sp>
      <p:sp>
        <p:nvSpPr>
          <p:cNvPr id="19" name="TextBox 18"/>
          <p:cNvSpPr txBox="1"/>
          <p:nvPr/>
        </p:nvSpPr>
        <p:spPr>
          <a:xfrm>
            <a:off x="713232" y="35661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A7A44"/>
                </a:solidFill>
                <a:latin typeface="Helvetica"/>
              </a:rPr>
              <a:t>✅ Output: Project Instructions ter-update — dipakai otomatis di semua chat berikutnya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13632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EAFAF0"/>
          </a:solidFill>
          <a:ln w="12700">
            <a:solidFill>
              <a:srgbClr val="B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78224"/>
            <a:ext cx="10607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A7A44"/>
                </a:solidFill>
                <a:latin typeface="Helvetica"/>
              </a:rPr>
              <a:t>■  LATIHAN 2 — GENERATE TEMPLATE DASAR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70832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3283A"/>
                </a:solidFill>
                <a:latin typeface="Helvetica"/>
              </a:rPr>
              <a:t>Upload cm-template-wa.txt ke Project Knowledge — sudah siap pakai, tidak perlu diisi apapun.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010912"/>
            <a:ext cx="10607040" cy="59436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5448" rIns="155448" tIns="73152" bIns="73152" wrap="square"/>
          <a:lstStyle/>
          <a:p>
            <a:pPr algn="ctr"/>
            <a:r>
              <a:rPr sz="950" i="1">
                <a:solidFill>
                  <a:srgbClr val="1A7A44"/>
                </a:solidFill>
                <a:latin typeface="Helvetica"/>
              </a:rPr>
              <a:t>Buatkan 10 template WhatsApp untuk skenario di cm-template-wa.txt.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65099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A7A44"/>
                </a:solidFill>
                <a:latin typeface="Helvetica"/>
              </a:rPr>
              <a:t>✅ Output: 10 template WA dasar tersimpan — jadi acuan Latihan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502920" y="2084831"/>
            <a:ext cx="11064240" cy="2377440"/>
          </a:xfrm>
          <a:prstGeom prst="roundRect">
            <a:avLst>
              <a:gd name="adj" fmla="val 6000"/>
            </a:avLst>
          </a:prstGeom>
          <a:solidFill>
            <a:srgbClr val="EAFAF0"/>
          </a:solidFill>
          <a:ln w="12700">
            <a:solidFill>
              <a:srgbClr val="B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05 — Komunikasi Pelanggan (WA + 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TEMPLATE KE BALASAN NYATA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3: Reuse untuk Kasus Nyata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064240" cy="1691640"/>
          </a:xfrm>
          <a:prstGeom prst="roundRect">
            <a:avLst>
              <a:gd name="adj" fmla="val 7742"/>
            </a:avLst>
          </a:prstGeom>
          <a:solidFill>
            <a:srgbClr val="141D3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13232" y="48280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MODUL (KESELURUHAN)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5120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Claude Project dengan brand voice CS aktif (Latihan 1) + 10 template WhatsApp dasar (Latihan 2) + kemampuan generate balasan on-the-spot untuk kasus baru kapanpun (Latihan 3).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pendukung: cm-template-wa.txt. Mau coba Email juga? cm-template-email.txt siap dipakai (opsional).</a:t>
            </a:r>
            <a:endParaRPr lang="en-US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713232" y="3456432"/>
            <a:ext cx="10607040" cy="566928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73152" rIns="155448" bIns="73152" rtlCol="0" anchor="ctr"/>
          <a:lstStyle/>
          <a:p>
            <a:pPr algn="ctr"/>
            <a:r>
              <a:rPr sz="950" i="1">
                <a:solidFill>
                  <a:srgbClr val="1A7A44"/>
                </a:solidFill>
                <a:latin typeface="Helvetica"/>
              </a:rPr>
              <a:t>"Balas WA: pembeli minta diskon tambahan karena mau beli 5 pcs sekaligus."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249424"/>
            <a:ext cx="10607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A7A44"/>
                </a:solidFill>
                <a:latin typeface="Helvetica"/>
              </a:rPr>
              <a:t>■  LATIHAN 3 — REUSE UNTUK KASUS NYATA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5420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3283A"/>
                </a:solidFill>
                <a:latin typeface="Helvetica"/>
              </a:rPr>
              <a:t>Begitu ada pembeli chat beneran, jangan buka file template — ketik situasinya langsung ke Claude, otomatis cocok ke skenario yang sesuai. Ulangi minimal 5x/minggu, catat respons pelanggan.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1148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A7A44"/>
                </a:solidFill>
                <a:latin typeface="Helvetica"/>
              </a:rPr>
              <a:t>✅ Output: balasan personal siap pakai, on-the-spot, untuk kasus baru kapanpun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1024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 Utomo</cp:lastModifiedBy>
  <cp:revision>4</cp:revision>
  <dcterms:created xsi:type="dcterms:W3CDTF">2026-07-29T03:50:02Z</dcterms:created>
  <dcterms:modified xsi:type="dcterms:W3CDTF">2026-07-30T07:48:13Z</dcterms:modified>
</cp:coreProperties>
</file>