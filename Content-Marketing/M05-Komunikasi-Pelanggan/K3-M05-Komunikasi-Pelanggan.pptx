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62088" y="0"/>
            <a:ext cx="462686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6184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6184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5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KREASI KONTEN PEMASARAN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Komunikasi Pelanggan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48640" y="36118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WhatsApp + Email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brand voice, dua kanal — tanpa briefing ulang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PROFIL BISNIS, DUA KANAL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Mengapa Template On-Brand Penting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KONSISTENSI TONE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751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Semua orang di tim balas dengan gaya yang sama, di WA maupun Email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0896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7355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KECEPATAN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27355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Copy-paste + edit &lt;30 detik vs 3-5 menit tulis dari nol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1500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7959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ADA YANG TERLEWAT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87959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untuk semua skenario = tidak bingung harus balas apa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32104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8563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PROFESIONALISME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8563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yang baik membuat bisnis terlihat lebih besar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3566160"/>
            <a:ext cx="11064240" cy="1554480"/>
          </a:xfrm>
          <a:prstGeom prst="roundRect">
            <a:avLst>
              <a:gd name="adj" fmla="val 5882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373075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INTEGRASI: CLAUDE PROJECTS + GMAIL CONNECTOR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13232" y="404164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Level: Claude Projects (semua plan termasuk Free) · Setup: 5 menit sekali. Tambahkan brand voice CS ke Claude Project dari Modul 1 (sudah punya positioning &amp; identitas visual). Upload juga cm-template-wa.txt dan cm-template-email.txt ke Project Knowledge — supaya prompt yang menyebut "Skenario 1" atau "Email 2" langsung terbaca Claude. WhatsApp: generate lalu copy-paste manual. Email: aktifkan juga Gmail Connector (gratis, 60 detik) — Claude langsung membuat draft di inbox-mu, kamu tinggal review dan klik Send.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SEBELUM GENERATE, HINDARI INI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94560"/>
            <a:ext cx="11064240" cy="2057400"/>
          </a:xfrm>
          <a:prstGeom prst="roundRect">
            <a:avLst>
              <a:gd name="adj" fmla="val 4444"/>
            </a:avLst>
          </a:prstGeom>
          <a:solidFill>
            <a:srgbClr val="FFF6F6"/>
          </a:solidFill>
          <a:ln w="12700">
            <a:solidFill>
              <a:srgbClr val="F3C6C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34086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 DI WA &amp; EMAIL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13232" y="264261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50976" y="26151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Terlalu formal dan kaku — pembeli modern tidak suka merasa bicara dengan bot, terutama di WA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13232" y="2953512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50976" y="29260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ada CTA yang jelas — tiap pesan/email harus ada next step yang jelas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" y="326440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50976" y="3236976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dikustomisasi per situasi — 1 template untuk semua situasi terasa generic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3232" y="357530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50976" y="354787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Terlalu panjang — WA maksimal 5 baris, Email maksimal 200 kata; keduanya medium untuk di-scan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3232" y="388620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50976" y="385876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Subjek email generik — "Newsletter Bulan Juli" tidak ada yang mau buka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KALIMAT SUDAH CUKUP, KONTEKS SUDAH TERSIMPAN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Siap Pakai per Kanal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21408"/>
            <a:ext cx="5166360" cy="2743200"/>
          </a:xfrm>
          <a:prstGeom prst="roundRect">
            <a:avLst>
              <a:gd name="adj" fmla="val 4000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30428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WHATSAPP — VIA CLAUDE PROJECTS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04088" y="2651760"/>
            <a:ext cx="47640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"[Claude Project sudah punya profil bisnis, tone santai-hangat, sapaan 'Kak'] Buatkan template WA untuk Skenario 1 dari cm-template-wa.txt: calon pembeli tanya harga pertama kali. Maks 4 baris, emoji 1-2, ada CTA ke katalog."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04088" y="4270248"/>
            <a:ext cx="4764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F6B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Kenapa berhasil: dengan Projects aktif, 1 kalimat instruksi sudah cukup — konteks bisnis sudah tersimpan.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2121408"/>
            <a:ext cx="5166360" cy="27432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30428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— VIA GMAIL CONNECTOR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373368" y="2651760"/>
            <a:ext cx="47640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"cm-template-email.txt Email 2 sudah saya lengkapi: Flash Sale Frozen Soto, diskon 25%, kode SOTO25, berlaku 3 hari. Tulis email promosi, subjek maks 9 kata, isi maks 150 kata, tone hangat, CTA ke bit.ly/dapurrara. Simpan sebagai draft di Gmail saya."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73368" y="4270248"/>
            <a:ext cx="4764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E4C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Kenapa berhasil: template + Gmail Connector = email draft langsung di inbox, siap send.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DUA KANAL, DUA ALUR — PANJANG BERBEDA KARENA SETUP BERBEDA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Cara Kerja per Kanal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2121408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WHATSAPP CS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505456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05256" y="2459736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Tambahkan brand voice CS ke Project Modul 1, upload cm-template-wa.txt ke Project Knowledge, pilih skenario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3218688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05256" y="3172968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 template untuk tiap skenario — Claude sudah tahu konteks bisnis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3931920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05256" y="3886200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Test tiap template, simpan 10 final di catatan WA atau Google Keep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72200" y="2121408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VIA GMAIL CONNECTOR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72200" y="2505456"/>
            <a:ext cx="292608" cy="292608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20" name="Text 18"/>
          <p:cNvSpPr/>
          <p:nvPr/>
        </p:nvSpPr>
        <p:spPr>
          <a:xfrm>
            <a:off x="6172200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74536" y="2459736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Setup Gmail Connector — izinkan akses "read" dan "draft" (Claude tidak bisa kirim)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72200" y="3218688"/>
            <a:ext cx="292608" cy="292608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23" name="Text 21"/>
          <p:cNvSpPr/>
          <p:nvPr/>
        </p:nvSpPr>
        <p:spPr>
          <a:xfrm>
            <a:off x="6172200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74536" y="3172968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Isi cm-template-email.txt bagian relevan (nama produk, harga promo, tanggal, CTA), lalu upload ke Project Knowledge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72200" y="3931920"/>
            <a:ext cx="292608" cy="292608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26" name="Text 24"/>
          <p:cNvSpPr/>
          <p:nvPr/>
        </p:nvSpPr>
        <p:spPr>
          <a:xfrm>
            <a:off x="6172200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574536" y="3886200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Paste isian ke Claude, minta tulis email + "simpan sebagai draft di Gmail saya"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72200" y="4645152"/>
            <a:ext cx="292608" cy="292608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29" name="Text 27"/>
          <p:cNvSpPr/>
          <p:nvPr/>
        </p:nvSpPr>
        <p:spPr>
          <a:xfrm>
            <a:off x="6172200" y="46451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574536" y="4599432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 Gmail, review draft, lalu kirim dan pantau open rate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02920" y="5495544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3232" y="5495544"/>
            <a:ext cx="106436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KENAPA EMAIL 1 LANGKAH LEBIH PANJANG? 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butuh setup Gmail Connector sekali di awal — WA langsung jalan dari Claude Projects.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TEMPLATE FILE, ENAM SKENARIO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 Jenis Email Bisnis yang Perlu Dikuasai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488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2951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LAUNCH PRODUK BARU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7512" y="26791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Hook kuat + 3 keunggulan + CTA ke link pembelian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42232" y="21488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6824" y="22951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FLASH SALE / PROMO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306824" y="26791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Urgensi + detail promo + deadline jelas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81544" y="21488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46136" y="22951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FOLLOW-UP PEMBELIAN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946136" y="26791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Minta review + tawarkan produk komplementer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35204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36667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NEWSLETTER BULANAN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67512" y="40507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Highlight + tips + produk unggulan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142232" y="35204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06824" y="36667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REACTIVATION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306824" y="40507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Pelanggan 3+ bulan tidak beli — "kami kangen kamu"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781544" y="35204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46136" y="36667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RESELLER / MITRA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46136" y="40507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B2B untuk ajak kolaborasi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LATIHAN KE KOMUNIKASI SIAP KIRIM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&amp; Output yang Diharapkan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24942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2542032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Pastikan cm-template-wa.txt dan cm-template-email.txt sudah diupload ke Project Knowledge dari Project Modul 1. Jalankan prompt ini untuk generate template WA (gunakan minimal 5 kali dalam 1 minggu) dan 2 draft email. Kirim ke minimal 10 kontak, catat open rate dan respons.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13232" y="3310128"/>
            <a:ext cx="106070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310128"/>
            <a:ext cx="10296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i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Tambahkan brand voice untuk komunikasi pelanggan: tone santai-hangat, sapaan "Kak", batasan emoji 1-2 per pesan. Lalu buatkan 10 template WhatsApp untuk skenario di cm-template-wa.txt, dan 2 draft email (launch produk baru + flash sale) dari cm-template-email.txt — simpan sebagai draft di Gmail saya.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4325112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141D33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448970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 YANG DIHARAPKAN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3232" y="478231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 template WhatsApp on-brand siap pakai + 2 email bisnis siap kirim (launch + promo) tersimpan sebagai draft Gmail. 1 Claude Project aktif yang bisa generate konten baru untuk kedua kanal kapanpun.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pendukung: cm-template-wa.txt, cm-template-email.txt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2026-07-29T03:50:02Z</dcterms:created>
  <dcterms:modified xsi:type="dcterms:W3CDTF">2026-07-29T03:50:02Z</dcterms:modified>
</cp:coreProperties>
</file>