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+ Email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dua kanal — tanpa briefing ulang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DUA KANAL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sama, di WA maupun Email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CLAUDE PROJECTS + GMAIL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CS ke Claude Project dari Modul 1 (sudah punya positioning &amp; identitas visual). Upload juga cm-template-wa.txt dan cm-template-email.txt ke Project Knowledge — supaya prompt yang menyebut "Skenario 1" atau "Email 2" langsung terbaca Claude. WhatsApp: generate lalu copy-paste manual. Email: aktifkan juga Gmail Connector (gratis, 60 detik) — Claude langsung membuat draft di inbox-mu, kamu tinggal review dan klik Send.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WA &amp; EMAIL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bot, terutama di WA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pesan/email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WA maksimal 5 baris, Email maksimal 200 kata; keduanya medium untuk di-scan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Subjek email generik — "Newsletter Bulan Juli" tidak ada yang mau buka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KALIMAT SUDAH CUKUP, KONTEKS SUDAH TERSIMPAN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Siap Pakai per Kanal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0408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— VIA CLAUDE PROJECTS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"[Claude Project sudah punya profil bisnis, tone santai-hangat, sapaan 'Kak'] Buatkan template WA untuk Skenario 1 dari cm-template-wa.txt: calon pembeli tanya harga pertama kali. Maks 4 baris, emoji 1-2, ada CTA ke katalog."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6B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dengan Projects aktif, 1 kalimat instruksi sudah cukup — konteks bisnis sudah tersimpan.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637336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— VIA GMAIL CONNECTOR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7336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sudah punya profil bisnis, tone, nama pengirim, jabatan] cm-template-email.txt Email 2 sudah saya lengkapi: Flash Sale Frozen Soto, diskon 25%, kode SOTO25, berlaku 3 hari. Tulis email promosi, subjek maks 9 kata, isi maks 150 kata, CTA ke bit.ly/dapurrara. Simpan sebagai draft di Gmail saya."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7336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4C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Project sudah tahu tone &amp; pengirim, tinggal ganti detail promo — plus Gmail Connector = draft langsung di inbox.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KANAL, DUA ALUR — PANJANG BERBEDA KARENA SETUP BERBEDA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per Kanal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upload cm-template-wa.txt ke Project Knowledge, pilih skenario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template untuk tiap skenario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 tiap template, simpan 10 final di catatan WA atau Google Keep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VIA GMAIL CONNECTOR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2505456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0" name="Text 18"/>
          <p:cNvSpPr/>
          <p:nvPr/>
        </p:nvSpPr>
        <p:spPr>
          <a:xfrm>
            <a:off x="617220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74536" y="240732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Gmail Connector — izinkan akses "read" dan "draft" (Claude tidak bisa kirim)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218688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3" name="Text 21"/>
          <p:cNvSpPr/>
          <p:nvPr/>
        </p:nvSpPr>
        <p:spPr>
          <a:xfrm>
            <a:off x="617220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74536" y="312055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cm-template-email.txt bagian relevan (nama produk, harga promo, tanggal, CTA — info bisnis sudah di Project), lalu upload ke Project Knowledge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31920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6" name="Text 24"/>
          <p:cNvSpPr/>
          <p:nvPr/>
        </p:nvSpPr>
        <p:spPr>
          <a:xfrm>
            <a:off x="617220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33784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isian ke Claude, minta tulis email + "simpan sebagai draft di Gmail saya"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4645152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9" name="Text 27"/>
          <p:cNvSpPr/>
          <p:nvPr/>
        </p:nvSpPr>
        <p:spPr>
          <a:xfrm>
            <a:off x="617220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74536" y="4547016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Gmail, review draft, lalu kirim dan pantau open 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495544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32" name="Text 30"/>
          <p:cNvSpPr/>
          <p:nvPr/>
        </p:nvSpPr>
        <p:spPr>
          <a:xfrm>
            <a:off x="713232" y="5495544"/>
            <a:ext cx="10643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EMAIL 1 LANGKAH LEBIH PANJANG?  </a:t>
            </a: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butuh setup Gmail Connector sekali di awal — WA langsung jalan dari Claude Projects.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ENAM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Jenis Email Bisnis yang Perlu Dikuasai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LAUNCH PRODUK BARU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kuat + 3 keunggulan + CTA ke link pembelian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4306824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FLASH SALE / PROMO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Urgensi + detail promo + deadline jelas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7946136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PEMBELIAN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Minta review + tawarkan produk komplementer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667512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NEWSLETTER BULANAN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Highlight + tips + produk unggulan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42232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4306824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REACTIVATION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06824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Pelanggan 3+ bulan tidak beli — "kami kangen kamu"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81544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Text 22"/>
          <p:cNvSpPr/>
          <p:nvPr/>
        </p:nvSpPr>
        <p:spPr>
          <a:xfrm>
            <a:off x="7946136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RESELLER / MITRA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46136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B2B untuk ajak kolaborasi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KOMUNIKASI SIAP KIRIM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Pastikan cm-template-wa.txt dan cm-template-email.txt sudah diupload ke Project Knowledge dari Project Modul 1. Jalankan prompt ini untuk generate template WA (gunakan minimal 5 kali dalam 1 minggu) dan 2 draft email. Kirim ke minimal 10 kontak, catat open rate dan respons.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3310128"/>
            <a:ext cx="10296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voice: tone santai-hangat, sapaan "Kak", batasan emoji 1-2 per pesan, nama pengirim &amp; jabatan untuk email. Lalu buatkan 10 template WhatsApp untuk skenario di cm-template-wa.txt, dan 2 draft email (launch produk baru + flash sale) dari cm-template-email.txt — simpan sebagai draft di Gmail saya.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4325112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4897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8231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template WhatsApp on-brand siap pakai + 2 email bisnis siap kirim (launch + promo) tersimpan sebagai draft Gmail. 1 Claude Project aktif yang bisa generate konten baru untuk kedua kanal kapanpun.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cm-template-wa.txt, cm-template-email.txt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925</Words>
  <Application>Microsoft Office PowerPoint</Application>
  <PresentationFormat>Widescreen</PresentationFormat>
  <Paragraphs>99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2</cp:revision>
  <dcterms:created xsi:type="dcterms:W3CDTF">2026-07-29T03:50:02Z</dcterms:created>
  <dcterms:modified xsi:type="dcterms:W3CDTF">2026-07-30T06:58:30Z</dcterms:modified>
</cp:coreProperties>
</file>