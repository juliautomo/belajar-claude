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468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87576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9341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respons konsisten setiap saat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RESPONS KONSISTEN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CLAUDE PROJECTS — SATU-SATUNYA YANG KAMU BUTUHKAN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khusus komunikasi pelanggan — sapaan, batasan, tone untuk CS — ke Claude Project dari Modul 1, yang sudah punya positioning dan identitas visual bisnismu. Upload cm-template-wa.txt ke Project Knowledge — file ini sengaja tidak berisi info bisnis lagi, cuma 10 skenario. Belum ada WA Connector — jadi generate di chat, lalu copy-paste manual ke WhatsApp-mu, selalu begitu.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WHATSAPP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maksimal 5 baris, WA adalah medium untuk di-scan, bukan dibaca penuh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Respon terlalu lambat — pembeli modern expect balasan dalam hitungan menit, bukan jam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ALUR, EMPAT LANGKAH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 STEP-BY-STEP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38984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Project Modul 1, lalu upload cm-template-wa.txt ke Project Knowledge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10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10 template dasar sekali di awal — Claude sudah tahu konteks bisnis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16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 ada pembeli chat: ketik situasinya ke Claude — otomatis cocok ke skenario, generate balasan siap pakai</a:t>
            </a:r>
            <a:endParaRPr lang="en-US" sz="1100" dirty="0"/>
          </a:p>
        </p:txBody>
      </p:sp>
      <p:sp>
        <p:nvSpPr>
          <p:cNvPr id="33" name="Oval 32"/>
          <p:cNvSpPr/>
          <p:nvPr/>
        </p:nvSpPr>
        <p:spPr>
          <a:xfrm>
            <a:off x="502920" y="4645152"/>
            <a:ext cx="292608" cy="292608"/>
          </a:xfrm>
          <a:prstGeom prst="ellipse">
            <a:avLst/>
          </a:prstGeom>
          <a:solidFill>
            <a:srgbClr val="1A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645152"/>
            <a:ext cx="29260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" y="4654183"/>
            <a:ext cx="1033272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100">
                <a:solidFill>
                  <a:srgbClr val="23283A"/>
                </a:solidFill>
                <a:latin typeface="Helvetica"/>
              </a:rPr>
              <a:t>Copy-paste balasan ke WhatsApp. Simpan 10 template dasar di catatan WA/Google Keep sebagai referensi cepat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SEPULUH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Skenario WhatsApp yang Perlu Dikuasai</a:t>
            </a:r>
            <a:endParaRPr lang="en-US" sz="2200" dirty="0"/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INQUIRY PERTAMA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Sambut hangat + arahkan ke katalog/order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8950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KONFIRMASI PESANAN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950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diterima + estimasi proses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7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29783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INFO PENGIRIMAN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3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Nomor resi + estimasi tiba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5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70063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FOLLOW-UP 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3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Reminder ramah + tenggat waktu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1034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BALAS KOMPLAIN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034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Minta maaf + solusi (ganti/refund)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MINTA TESTIMONI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Tanya pengalaman + minta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88950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BROADCAST PROMO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950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Hook menarik + deadline + cara order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8347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9783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NEGOSIASI HARGA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9783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Pertahankan harga + tawarkan value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2375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70063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STOK HABIS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3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stok + estimasi restock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6404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61034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UCAPAN TERIMA KASIH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034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Terima kasih + undang kembali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LATIHAN, TIGA OUTPUT JELAS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1 &amp; 2: Setup Brand Voice + Generate Template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1"/>
            <a:ext cx="11064240" cy="169164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 1 — SETUP BRAND VOICE 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Project yang sama dari Modul 1 → Project Instructions → tambahkan teks di bawah, jangan hapus positioning yang sudah ada.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2999232"/>
            <a:ext cx="10607040" cy="50292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68680" y="2999232"/>
            <a:ext cx="10296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Brand voice untuk komunikasi pelanggan: tone santai-hangat, sapaan "Kak", batasan emoji 1-2/pesan, tutup pesan dengan "Salam hangat, Dapur Rara".</a:t>
            </a:r>
            <a:endParaRPr lang="en-US" sz="950" dirty="0"/>
          </a:p>
        </p:txBody>
      </p:sp>
      <p:sp>
        <p:nvSpPr>
          <p:cNvPr id="19" name="TextBox 18"/>
          <p:cNvSpPr txBox="1"/>
          <p:nvPr/>
        </p:nvSpPr>
        <p:spPr>
          <a:xfrm>
            <a:off x="713232" y="356616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Project Instructions ter-update — dipakai otomatis di semua chat berikutnya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13632"/>
            <a:ext cx="11064240" cy="173736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40782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2 — GENERATE TEMPLATE DASAR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70832"/>
            <a:ext cx="106070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Upload cm-template-wa.txt ke Project Knowledge — sudah siap pakai, tidak perlu diisi apapun.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643987"/>
            <a:ext cx="10607040" cy="59436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Buatkan 10 template WhatsApp untuk skenario di cm-template-wa.txt.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284067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10 template WA dasar tersimpan — otomatis pakai tone &amp; signature dari Latihan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/>
          <p:cNvSpPr/>
          <p:nvPr/>
        </p:nvSpPr>
        <p:spPr>
          <a:xfrm>
            <a:off x="502920" y="2084831"/>
            <a:ext cx="11064240" cy="237744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TEMPLATE KE BALASAN NYATA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3: Reuse untuk Kasus Nyata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02920" y="4663440"/>
            <a:ext cx="11064240" cy="169164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713232" y="48280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MODUL (KESELURUHAN)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51206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Claude Project dengan brand voice CS aktif (Latihan 1) + 10 template WhatsApp dasar (Latihan 2) + kemampuan generate balasan on-the-spot untuk kasus baru kapanpun (Latihan 3).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cm-template-wa.txt.</a:t>
            </a:r>
            <a:endParaRPr lang="en-US" sz="1100" dirty="0"/>
          </a:p>
        </p:txBody>
      </p:sp>
      <p:sp>
        <p:nvSpPr>
          <p:cNvPr id="18" name="Rounded Rectangle 17"/>
          <p:cNvSpPr/>
          <p:nvPr/>
        </p:nvSpPr>
        <p:spPr>
          <a:xfrm>
            <a:off x="713232" y="3320000"/>
            <a:ext cx="106070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Balas chat WA ini pakai brand voice dari Project-ku: "Kak, boleh kurang lagi ga harganya kalau aku ambil 5 pcs sekaligus?"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3 — REUSE UNTUK KASUS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542032"/>
            <a:ext cx="1060704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Begitu ada pembeli chat beneran, jangan buka file template. Contoh chat masuk: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09700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balasan personal siap pakai, on-the-spot. Copy-paste ke WhatsApp, kirim. Ulangi 5x/minggu untuk situasi berbeda.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888000"/>
            <a:ext cx="106070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3283A"/>
                </a:solidFill>
                <a:latin typeface="Helvetica"/>
              </a:rPr>
              <a:t>"Kak, boleh kurang lagi ga harganya kalau aku ambil 5 pcs sekaligus?"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776</Words>
  <Application>Microsoft Office PowerPoint</Application>
  <PresentationFormat>Widescreen</PresentationFormat>
  <Paragraphs>102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6</cp:revision>
  <dcterms:created xsi:type="dcterms:W3CDTF">2026-07-29T03:50:02Z</dcterms:created>
  <dcterms:modified xsi:type="dcterms:W3CDTF">2026-07-30T13:07:42Z</dcterms:modified>
</cp:coreProperties>
</file>