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sengaja tidak berisi info bisnis lagi, cuma 10 skenario.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ALUR, EMPAT LANGKAH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STEP-BY-STEP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10332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1-2/pesan, tutup pesan dengan "Salam hangat, Dapur Rara".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010912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65099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tersimpan — otomatis pakai tone &amp; signature dari Latihan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Reuse untuk Kasus Nyata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dasar (Latihan 2) + kemampuan generate balasan on-the-spot untuk kasus baru kapanpun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320000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Balas chat WA ini pakai brand voice dari Project-ku: "Kak, boleh kurang lagi ga harganya kalau aku ambil 5 pcs sekaligus?"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REUSE UNTUK KASUS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jangan buka file template. Contoh chat masuk: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970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personal siap pakai, on-the-spot. Copy-paste ke WhatsApp, kirim. Ulangi 5x/minggu untuk situasi berbeda.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888000"/>
            <a:ext cx="106070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3283A"/>
                </a:solidFill>
                <a:latin typeface="Helvetica"/>
              </a:rPr>
              <a:t>"Kak, boleh kurang lagi ga harganya kalau aku ambil 5 pcs sekaligus?"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1072</Words>
  <Application>Microsoft Office PowerPoint</Application>
  <PresentationFormat>Widescreen</PresentationFormat>
  <Paragraphs>114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5</cp:revision>
  <dcterms:created xsi:type="dcterms:W3CDTF">2026-07-29T03:50:02Z</dcterms:created>
  <dcterms:modified xsi:type="dcterms:W3CDTF">2026-07-30T08:54:00Z</dcterms:modified>
</cp:coreProperties>
</file>