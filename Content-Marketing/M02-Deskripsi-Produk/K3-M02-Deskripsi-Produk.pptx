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8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41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2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Deskripsi Produk Marketplace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Listing yang SEO dan menjual, pakai positioning dari Modul 1 — 10 menit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 DESKRIPSI PRODUK YANG MENJUAL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 Deskripsi Produk yang Menjual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07008"/>
          </a:xfrm>
          <a:prstGeom prst="roundRect">
            <a:avLst>
              <a:gd name="adj" fmla="val 757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3113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(2 KALIMAT PERTAMA)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7512" y="25877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Langsung ke benefit, bukan nama produk — pembeli scan, bukan baca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07008"/>
          </a:xfrm>
          <a:prstGeom prst="roundRect">
            <a:avLst>
              <a:gd name="adj" fmla="val 757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3273552" y="223113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KEYWORD PENCARIAN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73552" y="25877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Kata yang dipakai pembeli saat search, bukan istilah teknis internal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07008"/>
          </a:xfrm>
          <a:prstGeom prst="roundRect">
            <a:avLst>
              <a:gd name="adj" fmla="val 757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879592" y="223113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SPESIFIKASI JELAS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79592" y="25877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Berat, ukuran, varian, cara simpan — kurangi pertanyaan pembeli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07008"/>
          </a:xfrm>
          <a:prstGeom prst="roundRect">
            <a:avLst>
              <a:gd name="adj" fmla="val 757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8485632" y="223113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BENEFIT BUKAN FITUR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485632" y="25877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Bukan "350ml" tapi "cukup untuk diminum seharian tanpa isi ulang"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34564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Penutup: </a:t>
            </a:r>
            <a:r>
              <a:rPr lang="en-US" sz="1250" b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CTA yang jelas</a:t>
            </a: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— "Tambahkan ke keranjang sekarang" atau "Pesan sebelum stok habis."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3950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279392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3" name="Text 21"/>
          <p:cNvSpPr/>
          <p:nvPr/>
        </p:nvSpPr>
        <p:spPr>
          <a:xfrm>
            <a:off x="640080" y="4279392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Deskripsi salinan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supplier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108960" y="4279392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5" name="Text 23"/>
          <p:cNvSpPr/>
          <p:nvPr/>
        </p:nvSpPr>
        <p:spPr>
          <a:xfrm>
            <a:off x="3246120" y="4279392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fokus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fitur teknis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15000" y="4279392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7" name="Text 25"/>
          <p:cNvSpPr/>
          <p:nvPr/>
        </p:nvSpPr>
        <p:spPr>
          <a:xfrm>
            <a:off x="5852160" y="4279392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keyword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321040" y="4279392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9" name="Text 27"/>
          <p:cNvSpPr/>
          <p:nvPr/>
        </p:nvSpPr>
        <p:spPr>
          <a:xfrm>
            <a:off x="8458200" y="4279392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Panjang tanpa</a:t>
            </a:r>
            <a:endParaRPr lang="en-US" sz="10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31" name="Text 29"/>
          <p:cNvSpPr/>
          <p:nvPr/>
        </p:nvSpPr>
        <p:spPr>
          <a:xfrm>
            <a:off x="713232" y="5029200"/>
            <a:ext cx="106436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YANG KAMU BUTUHKAN  </a:t>
            </a: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cm-data-produk.csv (isi minimal 5 produk) dan akun Tokopedia/Shopee aktif. Upload CSV-nya ke Project Knowledge — otomatis dipakai lagi di Modul 3-5, dan positioning dari Modul 1 pun sudah tersedia otomatis.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YANG BERHASIL BUTUH DATA DAN FORMAT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Prompt: Buruk vs Baik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5166360" cy="178308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04088" y="23500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" y="2715768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"Buatkan deskripsi produk frozen rendang"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" y="3246120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Masalah: tidak ada data produk atau keyword. Hasilnya sangat generik.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148840"/>
            <a:ext cx="5166360" cy="2560320"/>
          </a:xfrm>
          <a:prstGeom prst="roundRect">
            <a:avLst>
              <a:gd name="adj" fmla="val 4286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6373368" y="23500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73368" y="2697480"/>
            <a:ext cx="4764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"[Project ini sudah punya positioning dan data produk dari cm-data-produk.csv di Project Knowledge] Buatkan deskripsi Tokopedia untuk tiap produk: hook 2 kalimat, keyword, benefit, spesifikasi, CTA. Maks 200 kata per produk."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73368" y="4023360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Project sudah tahu positioning dan semua data produk — tidak perlu ditulis ulang, siap paste.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DATA PRODUK KE LISTING SIAP PASTE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Kerja: 5 Langkah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121408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548640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09397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cm-data-produk.csv — </a:t>
            </a: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kolom terpenting: Keunggulan 1-3 dan Keyword Pencarian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54864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624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Upload ke Project Knowledge — </a:t>
            </a: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bukan cuma chat, supaya dipakai lagi di Modul 3-5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18211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48640" y="3182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154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Langsung — </a:t>
            </a: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positioning &amp; data produk otomatis dari Project, tinggal instruksi format maks 200 kata/produk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548640" y="3712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36850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Tiap Deskripsi — </a:t>
            </a: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pastikan keyword terasa natural, tidak dipaksakan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24281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548640" y="4242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421538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&amp; Pantau — </a:t>
            </a: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 Tokopedia/Shopee, catat posisi ranking setelah 7 hari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493776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4" name="Text 22"/>
          <p:cNvSpPr/>
          <p:nvPr/>
        </p:nvSpPr>
        <p:spPr>
          <a:xfrm>
            <a:off x="713232" y="4937760"/>
            <a:ext cx="10643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SATU PROMPT SAJA CUKUP?  </a:t>
            </a: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Knowledge membuat Claude melihat semua produk sekaligus tanpa upload ulang — hasilnya 5-10 deskripsi lengkap dalam 1 respons, bukan diulang satu per satu.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783080"/>
          </a:xfrm>
          <a:prstGeom prst="roundRect">
            <a:avLst>
              <a:gd name="adj" fmla="val 6154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cm-data-produk.csv dengan minimal 5 produk bisnismu (atau produk Dapur Rara sebagai latihan). Upload ke Project Knowledge dari Project yang sama dengan Modul 1, lalu jalankan prompt ini: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127248"/>
            <a:ext cx="10607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868680" y="3127248"/>
            <a:ext cx="10296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</a:t>
            </a:r>
            <a:r>
              <a:rPr lang="en-US" sz="1050" i="1" dirty="0" err="1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Buatkan</a:t>
            </a:r>
            <a:r>
              <a:rPr lang="en-US" sz="10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deskripsi Tokopedia untuk tiap produk: hook 2 kalimat, keyword, benefit, spesifikasi, CTA. Maks 200 kata per </a:t>
            </a:r>
            <a:r>
              <a:rPr lang="en-US" sz="1050" i="1" dirty="0" err="1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</a:t>
            </a:r>
            <a:r>
              <a:rPr lang="en-US" sz="10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”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050792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713232" y="42153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50799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Minimal 5 deskripsi produk lengkap (hook + keyword + benefit + spesifikasi + CTA), siap dipaste langsung ke marketplace — waktu yang dihemat: sekitar 45 menit.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cm-data-produk.csv, sekarang juga tersimpan di Project Knowledge untuk dipakai lagi di Modul 3-5.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556</Words>
  <Application>Microsoft Office PowerPoint</Application>
  <PresentationFormat>Widescreen</PresentationFormat>
  <Paragraphs>68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2</cp:revision>
  <dcterms:created xsi:type="dcterms:W3CDTF">2026-07-28T09:24:58Z</dcterms:created>
  <dcterms:modified xsi:type="dcterms:W3CDTF">2026-07-28T09:30:03Z</dcterms:modified>
</cp:coreProperties>
</file>