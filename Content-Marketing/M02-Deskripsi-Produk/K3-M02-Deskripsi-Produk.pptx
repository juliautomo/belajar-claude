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62088" y="0"/>
            <a:ext cx="4626864" cy="6858000"/>
          </a:xfrm>
          <a:prstGeom prst="rect">
            <a:avLst/>
          </a:prstGeom>
          <a:solidFill>
            <a:srgbClr val="141D3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belajar</a:t>
            </a:r>
            <a:pPr indent="0" marL="0">
              <a:buNone/>
            </a:pPr>
            <a:r>
              <a:rPr lang="en-US" sz="2000" b="1" dirty="0">
                <a:solidFill>
                  <a:srgbClr val="8B7C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claude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0616184" y="384048"/>
            <a:ext cx="1024128" cy="384048"/>
          </a:xfrm>
          <a:prstGeom prst="roundRect">
            <a:avLst>
              <a:gd name="adj" fmla="val 23810"/>
            </a:avLst>
          </a:prstGeom>
          <a:solidFill>
            <a:srgbClr val="6849F6"/>
          </a:solidFill>
          <a:ln/>
        </p:spPr>
      </p:sp>
      <p:sp>
        <p:nvSpPr>
          <p:cNvPr id="5" name="Text 3"/>
          <p:cNvSpPr/>
          <p:nvPr/>
        </p:nvSpPr>
        <p:spPr>
          <a:xfrm>
            <a:off x="10616184" y="384048"/>
            <a:ext cx="1024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MODUL 2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23317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" kern="0" dirty="0">
                <a:solidFill>
                  <a:srgbClr val="8B7C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KREASI KONTEN PEMASARAN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697480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Deskripsi Produk Marketplace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548640" y="3703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B7C0D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Listing yang SEO dan menjual, pakai positioning dari Modul 1 — 10 menit</a:t>
            </a:r>
            <a:endParaRPr lang="en-US" sz="1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D13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6849F6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belajar</a:t>
            </a:r>
            <a:pPr indent="0" marL="0">
              <a:buNone/>
            </a:pPr>
            <a:r>
              <a:rPr lang="en-US" sz="2000" b="1" dirty="0">
                <a:solidFill>
                  <a:srgbClr val="8B7C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claude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943600" y="274320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9AA2B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Modul 02 — Deskripsi Produk Marketplace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02920" y="117043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40" kern="0" dirty="0">
                <a:solidFill>
                  <a:srgbClr val="4B36C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STRUKTUR DESKRIPSI PRODUK YANG MENJUAL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02920" y="1444752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32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Struktur Deskripsi Produk yang Menjual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502920" y="2084832"/>
            <a:ext cx="2487168" cy="1207008"/>
          </a:xfrm>
          <a:prstGeom prst="roundRect">
            <a:avLst>
              <a:gd name="adj" fmla="val 7576"/>
            </a:avLst>
          </a:prstGeom>
          <a:solidFill>
            <a:srgbClr val="F4F6FB"/>
          </a:solidFill>
          <a:ln w="12700">
            <a:solidFill>
              <a:srgbClr val="D6DC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7512" y="2231136"/>
            <a:ext cx="2157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B36C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HOOK (2 KALIMAT PERTAMA)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67512" y="2587752"/>
            <a:ext cx="21579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Langsung ke benefit, bukan nama produk — pembeli scan, bukan baca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108960" y="2084832"/>
            <a:ext cx="2487168" cy="1207008"/>
          </a:xfrm>
          <a:prstGeom prst="roundRect">
            <a:avLst>
              <a:gd name="adj" fmla="val 7576"/>
            </a:avLst>
          </a:prstGeom>
          <a:solidFill>
            <a:srgbClr val="F4F6FB"/>
          </a:solidFill>
          <a:ln w="12700">
            <a:solidFill>
              <a:srgbClr val="D6DC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73552" y="2231136"/>
            <a:ext cx="2157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B36C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KEYWORD PENCARIAN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73552" y="2587752"/>
            <a:ext cx="21579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Kata yang dipakai pembeli saat search, bukan istilah teknis internal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715000" y="2084832"/>
            <a:ext cx="2487168" cy="1207008"/>
          </a:xfrm>
          <a:prstGeom prst="roundRect">
            <a:avLst>
              <a:gd name="adj" fmla="val 7576"/>
            </a:avLst>
          </a:prstGeom>
          <a:solidFill>
            <a:srgbClr val="F4F6FB"/>
          </a:solidFill>
          <a:ln w="12700">
            <a:solidFill>
              <a:srgbClr val="D6DC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79592" y="2231136"/>
            <a:ext cx="2157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B36C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SPESIFIKASI JELAS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879592" y="2587752"/>
            <a:ext cx="21579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Berat, ukuran, varian, cara simpan — kurangi pertanyaan pembeli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321040" y="2084832"/>
            <a:ext cx="2487168" cy="1207008"/>
          </a:xfrm>
          <a:prstGeom prst="roundRect">
            <a:avLst>
              <a:gd name="adj" fmla="val 7576"/>
            </a:avLst>
          </a:prstGeom>
          <a:solidFill>
            <a:srgbClr val="F4F6FB"/>
          </a:solidFill>
          <a:ln w="12700">
            <a:solidFill>
              <a:srgbClr val="D6DC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85632" y="2231136"/>
            <a:ext cx="2157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B36C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BENEFIT BUKAN FITUR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485632" y="2587752"/>
            <a:ext cx="21579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Bukan "350ml" tapi "cukup untuk diminum seharian tanpa isi ulang"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" y="3456432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Penutup: </a:t>
            </a:r>
            <a:pPr indent="0" marL="0">
              <a:buNone/>
            </a:pPr>
            <a:r>
              <a:rPr lang="en-US" sz="1250" b="1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CTA yang jelas</a:t>
            </a:r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— "Tambahkan ke keranjang sekarang" atau "Pesan sebelum stok habis."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02920" y="39502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40" kern="0" dirty="0">
                <a:solidFill>
                  <a:srgbClr val="4B36C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KESALAHAN UMUM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02920" y="4279392"/>
            <a:ext cx="2487168" cy="566928"/>
          </a:xfrm>
          <a:prstGeom prst="roundRect">
            <a:avLst>
              <a:gd name="adj" fmla="val 16129"/>
            </a:avLst>
          </a:prstGeom>
          <a:solidFill>
            <a:srgbClr val="F3F0FF"/>
          </a:solidFill>
          <a:ln w="12700">
            <a:solidFill>
              <a:srgbClr val="DCD3F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4279392"/>
            <a:ext cx="22128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4B36C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Deskripsi salinan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4B36C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dari supplier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108960" y="4279392"/>
            <a:ext cx="2487168" cy="566928"/>
          </a:xfrm>
          <a:prstGeom prst="roundRect">
            <a:avLst>
              <a:gd name="adj" fmla="val 16129"/>
            </a:avLst>
          </a:prstGeom>
          <a:solidFill>
            <a:srgbClr val="F3F0FF"/>
          </a:solidFill>
          <a:ln w="12700">
            <a:solidFill>
              <a:srgbClr val="DCD3F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46120" y="4279392"/>
            <a:ext cx="22128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4B36C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Terlalu fokus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4B36C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fitur teknis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715000" y="4279392"/>
            <a:ext cx="2487168" cy="566928"/>
          </a:xfrm>
          <a:prstGeom prst="roundRect">
            <a:avLst>
              <a:gd name="adj" fmla="val 16129"/>
            </a:avLst>
          </a:prstGeom>
          <a:solidFill>
            <a:srgbClr val="F3F0FF"/>
          </a:solidFill>
          <a:ln w="12700">
            <a:solidFill>
              <a:srgbClr val="DCD3F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852160" y="4279392"/>
            <a:ext cx="22128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4B36C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Tidak ada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4B36C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keyword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321040" y="4279392"/>
            <a:ext cx="2487168" cy="566928"/>
          </a:xfrm>
          <a:prstGeom prst="roundRect">
            <a:avLst>
              <a:gd name="adj" fmla="val 16129"/>
            </a:avLst>
          </a:prstGeom>
          <a:solidFill>
            <a:srgbClr val="F3F0FF"/>
          </a:solidFill>
          <a:ln w="12700">
            <a:solidFill>
              <a:srgbClr val="DCD3F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458200" y="4279392"/>
            <a:ext cx="22128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4B36C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Panjang tanpa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4B36C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struktur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02920" y="5074920"/>
            <a:ext cx="11064240" cy="841248"/>
          </a:xfrm>
          <a:prstGeom prst="roundRect">
            <a:avLst>
              <a:gd name="adj" fmla="val 10870"/>
            </a:avLst>
          </a:prstGeom>
          <a:solidFill>
            <a:srgbClr val="F3F0FF"/>
          </a:solidFill>
          <a:ln w="12700">
            <a:solidFill>
              <a:srgbClr val="DCD3F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13232" y="5074920"/>
            <a:ext cx="1064361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4B36C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◆  YANG KAMU BUTUHKAN  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file cm-data-produk.csv (isi minimal 5 produk), kalimat positioning dari Modul 1, dan akun Tokopedia/Shopee aktif.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D13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6849F6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belajar</a:t>
            </a:r>
            <a:pPr indent="0" marL="0">
              <a:buNone/>
            </a:pPr>
            <a:r>
              <a:rPr lang="en-US" sz="2000" b="1" dirty="0">
                <a:solidFill>
                  <a:srgbClr val="8B7C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claude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943600" y="274320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9AA2B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Modul 02 — Deskripsi Produk Marketplace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02920" y="117043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40" kern="0" dirty="0">
                <a:solidFill>
                  <a:srgbClr val="4B36C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PROMPT YANG BERHASIL BUTUH DATA DAN FORMAT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02920" y="1444752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32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Contoh Prompt: Buruk vs Baik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502920" y="2148840"/>
            <a:ext cx="5166360" cy="1783080"/>
          </a:xfrm>
          <a:prstGeom prst="roundRect">
            <a:avLst>
              <a:gd name="adj" fmla="val 6154"/>
            </a:avLst>
          </a:prstGeom>
          <a:solidFill>
            <a:srgbClr val="F4F6FB"/>
          </a:solidFill>
          <a:ln w="12700">
            <a:solidFill>
              <a:srgbClr val="D6DC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4088" y="2350008"/>
            <a:ext cx="4764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PROMPT BURUK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04088" y="2715768"/>
            <a:ext cx="4764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i="1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"Buatkan deskripsi produk frozen rendang"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04088" y="3246120"/>
            <a:ext cx="4764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Masalah: tidak ada data produk atau keyword. Hasilnya sangat generik.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172200" y="2148840"/>
            <a:ext cx="5166360" cy="2560320"/>
          </a:xfrm>
          <a:prstGeom prst="roundRect">
            <a:avLst>
              <a:gd name="adj" fmla="val 4286"/>
            </a:avLst>
          </a:prstGeom>
          <a:solidFill>
            <a:srgbClr val="F3F0FF"/>
          </a:solidFill>
          <a:ln w="12700">
            <a:solidFill>
              <a:srgbClr val="DCD3F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73368" y="2350008"/>
            <a:ext cx="4764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B36C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PROMPT BAIK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373368" y="2697480"/>
            <a:ext cx="47640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i="1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"Ini data produkku [upload cm-data-produk.csv]. Positioning: Untuk keluarga muda yang ingin masakan daerah otentik tanpa masak lama. Buatkan deskripsi Tokopedia untuk tiap produk: hook 2 kalimat, keyword, benefit, spesifikasi, CTA. Maks 200 kata per produk."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73368" y="4023360"/>
            <a:ext cx="4764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Kenapa berhasil: upload CSV + positioning = semua produk selesai dalam 1 prompt, siap paste.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D13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6849F6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belajar</a:t>
            </a:r>
            <a:pPr indent="0" marL="0">
              <a:buNone/>
            </a:pPr>
            <a:r>
              <a:rPr lang="en-US" sz="2000" b="1" dirty="0">
                <a:solidFill>
                  <a:srgbClr val="8B7C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claude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943600" y="274320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9AA2B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Modul 02 — Deskripsi Produk Marketplace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02920" y="117043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40" kern="0" dirty="0">
                <a:solidFill>
                  <a:srgbClr val="4B36C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DARI DATA PRODUK KE LISTING SIAP PASTE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02920" y="1444752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32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Cara Kerja: 5 Langkah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548640" y="2121408"/>
            <a:ext cx="329184" cy="329184"/>
          </a:xfrm>
          <a:prstGeom prst="ellipse">
            <a:avLst/>
          </a:prstGeom>
          <a:solidFill>
            <a:srgbClr val="6849F6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1214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093976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32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Isi cm-data-produk.csv — </a:t>
            </a:r>
            <a:pPr indent="0" marL="0">
              <a:buNone/>
            </a:pPr>
            <a:r>
              <a:rPr lang="en-US" sz="130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kolom terpenting: Keunggulan 1-3 dan Keyword Pencarian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651760"/>
            <a:ext cx="329184" cy="329184"/>
          </a:xfrm>
          <a:prstGeom prst="ellipse">
            <a:avLst/>
          </a:prstGeom>
          <a:solidFill>
            <a:srgbClr val="6849F6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6517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24128" y="2624328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32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Upload File CSV — </a:t>
            </a:r>
            <a:pPr indent="0" marL="0">
              <a:buNone/>
            </a:pPr>
            <a:r>
              <a:rPr lang="en-US" sz="130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ke Claude chat (klik ikon lampiran)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182112"/>
            <a:ext cx="329184" cy="329184"/>
          </a:xfrm>
          <a:prstGeom prst="ellipse">
            <a:avLst/>
          </a:prstGeom>
          <a:solidFill>
            <a:srgbClr val="6849F6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1821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24128" y="315468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32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Tambahkan Konteks — </a:t>
            </a:r>
            <a:pPr indent="0" marL="0">
              <a:buNone/>
            </a:pPr>
            <a:r>
              <a:rPr lang="en-US" sz="130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positioning dari Modul 1 + instruksi format, maks 200 kata/produk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3712464"/>
            <a:ext cx="329184" cy="329184"/>
          </a:xfrm>
          <a:prstGeom prst="ellipse">
            <a:avLst/>
          </a:prstGeom>
          <a:solidFill>
            <a:srgbClr val="6849F6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7124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24128" y="3685032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32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Review Tiap Deskripsi — </a:t>
            </a:r>
            <a:pPr indent="0" marL="0">
              <a:buNone/>
            </a:pPr>
            <a:r>
              <a:rPr lang="en-US" sz="130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pastikan keyword terasa natural, tidak dipaksakan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4242816"/>
            <a:ext cx="329184" cy="329184"/>
          </a:xfrm>
          <a:prstGeom prst="ellipse">
            <a:avLst/>
          </a:prstGeom>
          <a:solidFill>
            <a:srgbClr val="6849F6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42428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24128" y="4215384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32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Paste &amp; Pantau — </a:t>
            </a:r>
            <a:pPr indent="0" marL="0">
              <a:buNone/>
            </a:pPr>
            <a:r>
              <a:rPr lang="en-US" sz="130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ke Tokopedia/Shopee, catat posisi ranking setelah 7 hari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02920" y="4937760"/>
            <a:ext cx="11064240" cy="960120"/>
          </a:xfrm>
          <a:prstGeom prst="roundRect">
            <a:avLst>
              <a:gd name="adj" fmla="val 9524"/>
            </a:avLst>
          </a:prstGeom>
          <a:solidFill>
            <a:srgbClr val="F3F0FF"/>
          </a:solidFill>
          <a:ln w="12700">
            <a:solidFill>
              <a:srgbClr val="DCD3F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3232" y="4937760"/>
            <a:ext cx="106436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4B36C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◆  KENAPA SATU PROMPT SAJA CUKUP?  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Upload CSV membuat Claude melihat semua produk sekaligus — hasilnya 5-10 deskripsi lengkap dalam 1 respons, bukan diulang satu per satu.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D13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6849F6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belajar</a:t>
            </a:r>
            <a:pPr indent="0" marL="0">
              <a:buNone/>
            </a:pPr>
            <a:r>
              <a:rPr lang="en-US" sz="2000" b="1" dirty="0">
                <a:solidFill>
                  <a:srgbClr val="8B7C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claude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943600" y="274320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9AA2B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Modul 02 — Deskripsi Produk Marketplace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02920" y="117043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40" kern="0" dirty="0">
                <a:solidFill>
                  <a:srgbClr val="4B36C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DARI LATIHAN KE OUTPUT SIAP PAKAI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02920" y="1444752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32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Latihan &amp; Output yang Diharapkan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502920" y="2084832"/>
            <a:ext cx="11064240" cy="1417320"/>
          </a:xfrm>
          <a:prstGeom prst="roundRect">
            <a:avLst>
              <a:gd name="adj" fmla="val 7742"/>
            </a:avLst>
          </a:prstGeom>
          <a:solidFill>
            <a:srgbClr val="EAFAF0"/>
          </a:solidFill>
          <a:ln w="12700">
            <a:solidFill>
              <a:srgbClr val="B8E6C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2249424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7A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■  LATIHAN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13232" y="2542032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Isi cm-data-produk.csv dengan minimal 5 produk bisnismu (atau produk Dapur Rara sebagai latihan). Upload ke Claude dan generate semua deskripsi sekaligus. Paste 1 deskripsi terbaik ke listing-mu, catat posisi ranking-nya setelah 7 hari.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" y="3730752"/>
            <a:ext cx="11064240" cy="1554480"/>
          </a:xfrm>
          <a:prstGeom prst="roundRect">
            <a:avLst>
              <a:gd name="adj" fmla="val 7059"/>
            </a:avLst>
          </a:prstGeom>
          <a:solidFill>
            <a:srgbClr val="141D33"/>
          </a:solidFill>
          <a:ln/>
        </p:spPr>
      </p:sp>
      <p:sp>
        <p:nvSpPr>
          <p:cNvPr id="12" name="Text 10"/>
          <p:cNvSpPr/>
          <p:nvPr/>
        </p:nvSpPr>
        <p:spPr>
          <a:xfrm>
            <a:off x="713232" y="3895344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7C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OUTPUT YANG DIHARAPKAN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13232" y="4187952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B7C0D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Minimal 5 deskripsi produk lengkap (hook + keyword + benefit + spesifikasi + CTA), siap dipaste langsung ke marketplace — waktu yang dihemat: sekitar 45 menit.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B7C0D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File pendukung: cm-data-produk.csv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2026-07-28T08:45:16Z</dcterms:created>
  <dcterms:modified xsi:type="dcterms:W3CDTF">2026-07-28T08:45:16Z</dcterms:modified>
</cp:coreProperties>
</file>