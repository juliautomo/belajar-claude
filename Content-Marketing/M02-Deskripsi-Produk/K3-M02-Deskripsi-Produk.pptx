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2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Deskripsi Produk Marketplace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Listing yang SEO dan menjual, pakai positioning dari Modul 1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URUTAN YANG BENAR-BENAR DIBACA PEMBELI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Anatomi Deskripsi yang Menjual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06654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Bukan daftar hal acak — ini urutan yang dibaca pembeli dari atas ke bawah, jadi susun deskripsimu mengikuti urutan ini: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9224" y="2761488"/>
            <a:ext cx="0" cy="164592"/>
          </a:xfrm>
          <a:prstGeom prst="line">
            <a:avLst/>
          </a:prstGeom>
          <a:noFill/>
          <a:ln w="19050">
            <a:solidFill>
              <a:srgbClr val="D6DC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46888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6849F6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432304"/>
            <a:ext cx="10195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(2 kalimat pertama)  —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Langsung ke benefit, bukan nama produk — pembeli scan, bukan baca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9224" y="3218688"/>
            <a:ext cx="0" cy="164592"/>
          </a:xfrm>
          <a:prstGeom prst="line">
            <a:avLst/>
          </a:prstGeom>
          <a:noFill/>
          <a:ln w="1905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92608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926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2889504"/>
            <a:ext cx="10195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Keyword Pencarian  —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Kata yang dipakai pembeli saat search, bukan istilah teknis internal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" y="3675888"/>
            <a:ext cx="0" cy="164592"/>
          </a:xfrm>
          <a:prstGeom prst="line">
            <a:avLst/>
          </a:prstGeom>
          <a:noFill/>
          <a:ln w="19050">
            <a:solidFill>
              <a:srgbClr val="D6DC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38328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6849F6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383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" y="3346704"/>
            <a:ext cx="10195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Spesifikasi Jelas  —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Berat, ukuran, varian, cara simpan — kurangi pertanyaan pembeli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9224" y="4133088"/>
            <a:ext cx="0" cy="164592"/>
          </a:xfrm>
          <a:prstGeom prst="line">
            <a:avLst/>
          </a:prstGeom>
          <a:noFill/>
          <a:ln w="19050">
            <a:solidFill>
              <a:srgbClr val="D6DC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384048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6849F6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60120" y="3803904"/>
            <a:ext cx="10195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Benefit Bukan Fitur  —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Bukan "350ml" tapi "cukup untuk diminum seharian tanpa isi ulang"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429768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6849F6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60120" y="4261104"/>
            <a:ext cx="10195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CTA yang Jelas  — 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"Tambahkan ke keranjang sekarang" atau "Pesan sebelum stok habis"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2920" y="493776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50840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13232" y="538581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50976" y="5358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Deskripsi salinan dari supplier — sama persis dengan ratusan toko lain, tidak bisa ranking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13232" y="568299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50976" y="565556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fokus fitur teknis — pembeli peduli manfaat, bukan bahan apa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" y="598017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50976" y="595274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keyword — deskripsi bagus tapi tidak ketemu di search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3232" y="627735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50976" y="624992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Panjang tanpa struktur — pembeli marketplace scan dalam 5 detik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YANG BERHASIL BUTUH DATA DAN FORMAT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Prompt: Buruk vs Baik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516636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32257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" y="2688336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"Buatkan deskripsi produk frozen rendang"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088" y="3172968"/>
            <a:ext cx="4764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Masalah: tidak ada data produk atau keyword. Hasilnya sangat generik.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2121408"/>
            <a:ext cx="5166360" cy="2331720"/>
          </a:xfrm>
          <a:prstGeom prst="roundRect">
            <a:avLst>
              <a:gd name="adj" fmla="val 4706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32257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73368" y="2670048"/>
            <a:ext cx="4764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"[Project ini sudah punya positioning dan data produk dari cm-data-produk.csv di Project Knowledge] Buatkan deskripsi Tokopedia untuk tiap produk: hook 2 kalimat, keyword, benefit, spesifikasi, CTA. Maks 200 kata per produk."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73368" y="3904488"/>
            <a:ext cx="4764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Project sudah tahu positioning dan semua data produk — tidak perlu ditulis ulang, siap paste.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636008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636008"/>
            <a:ext cx="1064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YANG KAMU BUTUHKAN 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cm-data-produk.csv (isi minimal 5 produk) dan akun Tokopedia/Shopee aktif. Upload CSV-nya ke Project Knowledge — otomatis dipakai lagi di Modul 3-5, dan positioning dari Modul 1 pun sudah tersedia otomatis.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DATA PRODUK KE LISTING SIAP PASTE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21488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&amp; Upload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cm-data-produk.csv, lalu upload ke Project Knowledge (bukan cuma chat) supaya dipakai lagi di Modul 3-5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16352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816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770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Langsung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positioning &amp; data produk otomatis dari Project, tinggal instruksi format maks 200 kata/produk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38144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438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39242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Tiap Deskripsi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pastikan keyword terasa natural, tidak dipaksakan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059936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059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" y="4014216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&amp; Pantau —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 Tokopedia/Shopee, catat posisi ranking setelah 7 hari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81888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818888"/>
            <a:ext cx="10643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SATU PROMPT SAJA CUKUP?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Project Knowledge membuat Claude melihat semua produk sekaligus tanpa upload ulang — hasilnya 5-10 deskripsi lengkap dalam 1 respons, bukan diulang satu per satu.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Deskripsi Produk Marketplace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LATIHAN KE OUTPUT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 yang Diharapkan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11064240" cy="1783080"/>
          </a:xfrm>
          <a:prstGeom prst="roundRect">
            <a:avLst>
              <a:gd name="adj" fmla="val 6154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cm-data-produk.csv dengan minimal 5 produk bisnismu (atau produk Dapur Rara sebagai latihan). Upload ke Project Knowledge dari Project yang sama dengan Modul 1, lalu jalankan prompt ini: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3127248"/>
            <a:ext cx="10607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127248"/>
            <a:ext cx="10296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Buatkan deskripsi Tokopedia untuk tiap produk: hook 2 kalimat, keyword, benefit, spesifikasi, CTA. Maks 200 kata per produk.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4050792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141D33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421538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450799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Minimal 5 deskripsi produk lengkap (hook + keyword + benefit + spesifikasi + CTA), siap dipaste langsung ke marketplace — waktu yang dihemat: sekitar 45 menit.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cm-data-produk.csv, sekarang juga tersimpan di Project Knowledge untuk dipakai lagi di Modul 3-5.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2026-07-28T13:33:36Z</dcterms:created>
  <dcterms:modified xsi:type="dcterms:W3CDTF">2026-07-28T13:33:36Z</dcterms:modified>
</cp:coreProperties>
</file>