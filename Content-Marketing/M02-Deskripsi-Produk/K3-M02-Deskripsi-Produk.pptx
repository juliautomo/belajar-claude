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Produk Marketplace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Listing yang SEO dan menjual, pakai positioning dari Modul 1 — 10 menit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DESKRIPSI PRODUK YANG MENJUAL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Deskripsi Produk yang Menjual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(2 KALIMAT PERTAMA)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751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Langsung ke benefit, bukan nama produk — pembeli scan, bukan baca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 PENCARIAN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7355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Kata yang dipakai pembeli saat search, bukan istilah teknis internal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SPESIFIKASI JELAS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7959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Berat, ukuran, varian, cara simpan — kurangi pertanyaan pembeli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07008"/>
          </a:xfrm>
          <a:prstGeom prst="roundRect">
            <a:avLst>
              <a:gd name="adj" fmla="val 757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BENEFIT BUKAN FITUR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85632" y="258775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Bukan "350ml" tapi "cukup untuk diminum seharian tanpa isi ulang"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4564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Penutup: </a:t>
            </a:r>
            <a:pPr indent="0" marL="0">
              <a:buNone/>
            </a:pPr>
            <a:r>
              <a:rPr lang="en-US" sz="1250" b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— "Tambahkan ke keranjang sekarang" atau "Pesan sebelum stok habis."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3950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salinan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supplier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0896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4612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fokus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fitur teknis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1500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5216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21040" y="4279392"/>
            <a:ext cx="2487168" cy="566928"/>
          </a:xfrm>
          <a:prstGeom prst="roundRect">
            <a:avLst>
              <a:gd name="adj" fmla="val 16129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58200" y="4279392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Panjang tanpa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5029200"/>
            <a:ext cx="106436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cm-data-produk.csv (isi minimal 5 produk) dan akun Tokopedia/Shopee aktif. Upload CSV-nya ke Project Knowledge — otomatis dipakai lagi di Modul 3-5, dan positioning dari Modul 1 pun sudah tersedia otomatis.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YANG BERHASIL BUTUH DATA DAN FORMAT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5166360" cy="178308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500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715768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deskripsi produk frozen rendang"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246120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tidak ada data produk atau keyword. Hasilnya sangat generik.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48840"/>
            <a:ext cx="5166360" cy="2560320"/>
          </a:xfrm>
          <a:prstGeom prst="roundRect">
            <a:avLst>
              <a:gd name="adj" fmla="val 428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500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697480"/>
            <a:ext cx="4764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ini sudah punya positioning dan data produk dari cm-data-produk.csv di Project Knowledge] Buatkan deskripsi Tokopedia untuk tiap produk: hook 2 kalimat, keyword, benefit, spesifikasi, CTA. Maks 200 kata per produk."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4023360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Project sudah tahu positioning dan semua data produk — tidak perlu ditulis ulang, siap paste.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PRODUK KE LISTING SIAP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Kerja: 5 Langkah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09397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cm-data-produk.csv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kolom terpenting: Keunggulan 1-3 dan Keyword Pencarian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624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ke Project Knowledge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bukan cuma chat, supaya dipakai lagi di Modul 3-5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1821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154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Langsung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positioning &amp; data produk otomatis dari Project, tinggal instruksi format maks 200 kata/produk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712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36850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Tiap Deskripsi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pastikan keyword terasa natural, tidak dipaksakan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4281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421538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&amp; Pantau — </a:t>
            </a:r>
            <a:pPr indent="0" marL="0"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Tokopedia/Shopee, catat posisi ranking setelah 7 hari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93776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937760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SATU PROMPT SAJA CUKUP?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Knowledge membuat Claude melihat semua produk sekaligus tanpa upload ulang — hasilnya 5-10 deskripsi lengkap dalam 1 respons, bukan diulang satu per satu.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cm-data-produk.csv dengan minimal 5 produk bisnismu (atau produk Dapur Rara sebagai latihan). Upload ke Project Knowledge dari Project yang sama dengan Modul 1, lalu generate semua deskripsi sekaligus — tanpa perlu ketik ulang positioning. Paste 1 deskripsi terbaik ke listing-mu, catat posisi ranking-nya setelah 7 hari.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730752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141D3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89534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4187952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Minimal 5 deskripsi produk lengkap (hook + keyword + benefit + spesifikasi + CTA), siap dipaste langsung ke marketplace — waktu yang dihemat: sekitar 45 menit.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cm-data-produk.csv, sekarang juga tersimpan di Project Knowledge untuk dipakai lagi di Modul 3-5.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2026-07-28T09:12:35Z</dcterms:created>
  <dcterms:modified xsi:type="dcterms:W3CDTF">2026-07-28T09:12:35Z</dcterms:modified>
</cp:coreProperties>
</file>