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62088" y="0"/>
            <a:ext cx="462686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6184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6184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3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KREASI KONTEN PEMASARAN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Sistem Konten Instagram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03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Kalender 30 hari selesai dalam 1 sesi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SISTEM, BUKAN SEKADAR IDE HARIAN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Sistem Konten yang Sustainable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2487168" cy="1280160"/>
          </a:xfrm>
          <a:prstGeom prst="roundRect">
            <a:avLst>
              <a:gd name="adj" fmla="val 714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TEMA ROTASI PER MINGGU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7512" y="2706624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Produk, edukasi/tips, behind the scene, testimoni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08960" y="2084832"/>
            <a:ext cx="2487168" cy="1280160"/>
          </a:xfrm>
          <a:prstGeom prst="roundRect">
            <a:avLst>
              <a:gd name="adj" fmla="val 714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7355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GENERATE SEKALIGUS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273552" y="2706624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Tema + caption + hashtag untuk 30 hari dalam 1 prompt terstruktur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715000" y="2084832"/>
            <a:ext cx="2487168" cy="1280160"/>
          </a:xfrm>
          <a:prstGeom prst="roundRect">
            <a:avLst>
              <a:gd name="adj" fmla="val 714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7959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FORMAT OUTPUT CSV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879592" y="2706624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Langsung import ke Google Sheets atau tool scheduling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321040" y="2084832"/>
            <a:ext cx="2487168" cy="1280160"/>
          </a:xfrm>
          <a:prstGeom prst="roundRect">
            <a:avLst>
              <a:gd name="adj" fmla="val 714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8563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REVIEW DAN PERSONALISASI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85632" y="2706624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buat draft, kamu tambahkan detail spesifik yang hanya kamu tahu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61188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37764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INTEGRASI: CANVA CONNECTOR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13232" y="4069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Level: Connector (gratis) · Setup: 60 detik di Settings &gt; Connectors &gt; Canva. Konten organik butuh visual sesering iklan — setup di sini, bukan nanti di modul iklan. Setelah aktif, Claude bisa langsung membuat desain di Canva sesuai warna brand di Project-mu. Dipakai lagi di Modul 4 — tidak perlu setup ulang.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2920" y="5193792"/>
            <a:ext cx="11064240" cy="594360"/>
          </a:xfrm>
          <a:prstGeom prst="roundRect">
            <a:avLst>
              <a:gd name="adj" fmla="val 15385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5193792"/>
            <a:ext cx="106436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CATATAN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Tanpa setup Canva Connector, tetap bisa ikuti modul ini dengan workflow copy-paste manual ke Canva.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CAPTION YANG BERHENTI DI-SCROLL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Framework Caption yang Engaging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3529584" cy="1051560"/>
          </a:xfrm>
          <a:prstGeom prst="roundRect">
            <a:avLst>
              <a:gd name="adj" fmla="val 869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2128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HOOK (BARIS PERTAMA)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7512" y="2505456"/>
            <a:ext cx="3200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Berhenti scroll dalam 1 baris — pertanyaan, angka, atau pernyataan yang relate ke audiens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42232" y="2084832"/>
            <a:ext cx="3529584" cy="1051560"/>
          </a:xfrm>
          <a:prstGeom prst="roundRect">
            <a:avLst>
              <a:gd name="adj" fmla="val 869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6824" y="22128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VALUE ATAU CERITA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306824" y="2505456"/>
            <a:ext cx="3200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Manfaat produk atau cerita singkat di baliknya — bukan sekadar deskripsi fitur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81544" y="2084832"/>
            <a:ext cx="3529584" cy="1051560"/>
          </a:xfrm>
          <a:prstGeom prst="roundRect">
            <a:avLst>
              <a:gd name="adj" fmla="val 869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46136" y="22128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CTA YANG JELAS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946136" y="2505456"/>
            <a:ext cx="3200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Ajakan spesifik — "DM untuk pesan", "link di bio" — bukan cuma "cek produk kami"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2920" y="3273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Pola ini sama dengan framework iklan di Modul 4 — bedanya, di sini nadanya lebih santai dan personal karena ini konten organik, bukan iklan berbayar.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3767328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6F6"/>
          </a:solidFill>
          <a:ln w="12700">
            <a:solidFill>
              <a:srgbClr val="F3C6C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391363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KESALAHAN UMUM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13232" y="421538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50976" y="418795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Posting tanpa tema — audiens tidak dapat kesan brand konsisten, growth stagnan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3232" y="451256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50976" y="448513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Caption terlalu panjang — 80% audiens tidak baca lebih dari 2 baris pertama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3232" y="480974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50976" y="478231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Hashtag asal tempel — campurkan hashtag besar (1M+) dan niche (10K-100K)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13232" y="510692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50976" y="50794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 lalu langsung post — Claude tidak tahu promo yang baru berubah atau stok habis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PROMPT UNTUK 16 CAPTION SEKALIGUS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Contoh Prompt: Buruk vs Baik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21408"/>
            <a:ext cx="516636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322576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BURUK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04088" y="2688336"/>
            <a:ext cx="4764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i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"Buatkan caption Instagram untuk produk saya"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088" y="3172968"/>
            <a:ext cx="4764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Masalah: hasilnya 1 caption generik, harus diulang besok dari nol.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2121408"/>
            <a:ext cx="5166360" cy="2286000"/>
          </a:xfrm>
          <a:prstGeom prst="roundRect">
            <a:avLst>
              <a:gd name="adj" fmla="val 4800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322576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BAIK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73368" y="2670048"/>
            <a:ext cx="47640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"[Project ini sudah tahu positioning dan produk-produkku] Buatkan kalender Instagram Juli — 16 post (4/minggu): 1 produk, 1 edukasi, 1 BTS, 1 testimoni. Tiap post: tema, caption maks 80 kata, 8 hashtag. Format tabel."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73368" y="3904488"/>
            <a:ext cx="4764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Kenapa berhasil: 1 prompt = 16 caption terstruktur siap isi ke kalender.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459028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4590288"/>
            <a:ext cx="106436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YANG KAMU BUTUHKAN  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cm-kalender-konten.csv (template 16 slot posting per bulan), akun Instagram bisnis aktif + 5-10 foto produk, dan Canva Connector aktif (opsional). Positioning dan katalog produk dari Modul 1-2 sudah otomatis tersedia kalau kamu masih di Project yang sama.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BAHAN KE KALENDER SIAP JADWAL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Cara Kerja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194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24128" y="21488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Siapkan Bahan Tambahan —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promo bulan ini, momen spesial (produk sudah diketahui Claude dari Project)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816352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816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24128" y="2770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 Kalender 30 Hari —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format tabel: Minggu | Hari | Tema | Caption | Hashtag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438144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438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24128" y="339242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Review &amp; Personalisasi —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tambahkan cerita atau info promo spesifik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059936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059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24128" y="4014216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Import —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 Google Sheets atau tool scheduling (Later, Buffer)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4818888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818888"/>
            <a:ext cx="106436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KENAPA POSITIONING TIDAK PERLU DIKETIK ULANG? 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Project yang sama dari Modul 1-2 sudah membawa positioning dan daftar produk — langkah 1 di atas cukup fokus ke hal baru: promo dan momen bulan ini.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LEBIH DARI SEKADAR TEKS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Up: 3 Kemampuan Bonus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21408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2304288"/>
            <a:ext cx="457200" cy="45720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2304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2258568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Dashboard Kalender HTML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71600" y="2551176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bikin halaman kalender visual dari data di atas — checkbox status per post, warna beda per tema. 1 file HTML, buka langsung di browser mana saja, tidak perlu Sheets atau tool berbayar.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493008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" y="3675888"/>
            <a:ext cx="457200" cy="45720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713232" y="3675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71600" y="3630168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Grafis Langsung dari Claude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3922776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Untuk visual yang tidak butuh foto realistis — quote card, price tag, tile promo. Warna dan mood brand otomatis dari Project Modul 1, tidak perlu disebut ulang.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4864608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5047488"/>
            <a:ext cx="457200" cy="45720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5047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71600" y="5001768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Foto Produk via Prompt Enhancer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71600" y="5294376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tidak bisa buat foto langsung, tapi bisa tulis prompt gambar detail untuk Nano Banana Pro (gratis 3/hari) atau ChatGPT. Revisi promptnya kalau hasil belum pas, bukan mulai dari nol.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LATIHAN KE OUTPUT SIAP PAKAI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&amp; Output yang Diharapkan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24942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2542032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Jalankan prompt ini untuk bulan depan, lalu isi hasilnya ke cm-kalender-konten.csv. Pilih 3 caption terbaik, personalisasi, dan jadwalkan. Bonus: minta Claude ubah jadi dashboard HTML, buat 1 grafis, dan 1 foto produk dengan Prompt Enhancer.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13232" y="3310128"/>
            <a:ext cx="106070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310128"/>
            <a:ext cx="10296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Buatkan kalender Instagram bulan Agustus — 16 post (4/minggu): 1 produk, 1 edukasi, 1 BTS, 1 testimoni. Tiap post: tema, caption maks 80 kata (Hook-Value/Cerita-CTA), 8 hashtag. Format tabel: Minggu | Hari | Tema | Caption | Hashtag.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4279392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141D33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444398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 YANG DIHARAPKAN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3232" y="4736592"/>
            <a:ext cx="1060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Kalender konten 1 bulan (16 post) dalam spreadsheet — tema, caption (framework Hook-Value-CTA), dan hashtag terisi — siap dijadwalkan. Canva Connector aktif untuk Modul 4. Waktu yang dihemat: ~8 jam per bulan.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pendukung: cm-kalender-konten.csv. Bonus: 1 dashboard HTML, 1 grafis Claude, 1 foto produk via Prompt Enhancer. Ulangi tiap awal bulan — simpan prompt terbaik sebagai template.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2026-07-28T13:46:25Z</dcterms:created>
  <dcterms:modified xsi:type="dcterms:W3CDTF">2026-07-28T13:46:25Z</dcterms:modified>
</cp:coreProperties>
</file>