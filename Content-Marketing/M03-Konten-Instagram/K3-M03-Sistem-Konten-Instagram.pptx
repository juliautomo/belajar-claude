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Instagram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30 hari selesai dalam 1 sesi — 12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SISTEM, BUKAN SEKADAR IDE HARIAN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yang Sustainable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TEMA ROTASI PER MINGGU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Produk, edukasi/tips, behind the scene, testimoni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GENERATE SEKALIGUS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Tema + caption + hashtag untuk 30 hari dalam 1 prompt terstruktur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OUTPUT 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import ke Google Sheets atau tool scheduling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DAN PERSONALISASI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buat draft, kamu tambahkan detail spesifik yang hanya kamu tahu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76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CANVA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69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Connector (gratis) · Setup: 60 detik di Settings &gt; Connectors &gt; Canva. Konten organik butuh visual sesering iklan — setup di sini, bukan nanti di modul iklan. Setelah aktif, Claude bisa langsung membuat desain di Canva sesuai warna brand di Project-mu. Dipakai lagi di Modul 4 — tidak perlu setup 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193792"/>
            <a:ext cx="10643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CATATAN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setup Canva Connector, tetap bisa ikuti modul ini dengan workflow copy-paste manual ke Canva.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YANG BERHENTI DI-SCROLL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Caption yang Engaging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(BARIS PERTAMA)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Berhenti scroll dalam 1 baris — pertanyaan, angka, atau pernyataan yang relate ke audiens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 ATAU CERITA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Manfaat produk atau cerita singkat di baliknya — bukan sekadar deskripsi fitur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Ajakan spesifik — "DM untuk pesan", "link di bio" — bukan cuma "cek produk kami"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73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ini sama dengan framework iklan di Modul 4 — bedanya, di sini nadanya lebih santai dan personal karena ini konten organik, bukan iklan berbayar.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078224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7822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Posting tanpa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0" y="4078224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407822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terlalu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15000" y="4078224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52160" y="407822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Hashtag asal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tempel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21040" y="4078224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58200" y="407822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lalu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post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4873752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873752"/>
            <a:ext cx="10643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cm-kalender-konten.csv (template 16 slot posting per bulan), akun Instagram bisnis aktif + 5-10 foto produk, dan Canva Connector aktif (opsional). Positioning dan katalog produk dari Modul 1-2 sudah otomatis tersedia kalau kamu masih di Project yang sama.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UNTUK 16 CAPTION SEKALIGUS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166360" cy="178308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71576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caption Instagram untuk produk saya"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24612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hasilnya 1 caption generik, harus diulang besok dari nol.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5166360" cy="2331720"/>
          </a:xfrm>
          <a:prstGeom prst="roundRect">
            <a:avLst>
              <a:gd name="adj" fmla="val 470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697480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ini sudah tahu positioning dan produk-produkku] Buatkan kalender Instagram Juli — 16 post (4/minggu): 1 produk, 1 edukasi, 1 BTS, 1 testimoni. Tiap post: tema, caption maks 80 kata, 8 hashtag. Format tabel."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4023360"/>
            <a:ext cx="4764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1 prompt = 16 caption terstruktur siap isi ke kalender.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BAHAN KE KALENDER SIAP JADWAL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Kerja: 5 Langkah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09397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Siapkan Bahan Tambahan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promo bulan ini, momen spesial (produk sudah diketahui Claude dari Project)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624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Kalender 30 Hari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tabel: Minggu | Hari | Tema | Caption | Hashtag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82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154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&amp; Personalisasi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cerita atau info promo spesifik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6850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Import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Google Sheets atau tool scheduling (Later, Buffer)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4281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21538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Ulangi Tiap Awal Bulan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simpan prompt terbaik sebagai template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9377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937760"/>
            <a:ext cx="10643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POSITIONING TIDAK PERLU DIKETIK ULANG?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yang sama dari Modul 1-2 sudah membawa positioning dan daftar produk — langkah 1 di atas cukup fokus ke hal baru: promo dan momen bulan ini.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DARI SEKADAR TEKS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3 Kemampuan Bonus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042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Dashboard Kalender HTML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5511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bikin halaman kalender visual dari data di atas — checkbox status per post, warna beda per tema. 1 file HTML, buka langsung di browser mana saja, tidak perlu Sheets atau tool berbayar.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6758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301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Grafis Langsung dari Claude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9227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visual yang tidak butuh foto realistis — quote card, price tag, tile promo. Warna dan mood brand otomatis dari Project Modul 1, tidak perlu disebut ulang.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50474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Foto Produk via Prompt Enhancer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tidak bisa buat foto langsung, tapi bisa tulis prompt gambar detail untuk Nano Banana Pro (gratis 3/hari) atau ChatGPT. Revisi promptnya kalau hasil belum pas, bukan mulai dari nol.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prompt ini untuk bulan depan, lalu isi hasilnya ke cm-kalender-konten.csv. Pilih 3 caption terbaik, personalisasi, dan jadwalkan. Bonus: minta Claude ubah jadi dashboard HTML, buat 1 grafis, dan 1 foto produk dengan Prompt Enhancer.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Buatkan kalender Instagram bulan Agustus — 16 post (4/minggu): 1 produk, 1 edukasi, 1 BTS, 1 testimoni. Tiap post: tema, caption maks 80 kata (Hook-Value/Cerita-CTA), 8 hashtag. Format tabel: Minggu | Hari | Tema | Caption | Hashtag.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79392"/>
            <a:ext cx="11064240" cy="1691640"/>
          </a:xfrm>
          <a:prstGeom prst="roundRect">
            <a:avLst>
              <a:gd name="adj" fmla="val 6486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439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36592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konten 1 bulan (16 post) dalam spreadsheet — tema, caption (framework Hook-Value-CTA), dan hashtag terisi — siap dijadwalkan. Canva Connector aktif untuk Modul 4. Waktu yang dihemat: ~8 jam per bulan.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cm-kalender-konten.csv. Bonus: 1 dashboard HTML, 1 grafis Claude, 1 foto produk via Prompt Enhancer.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2026-07-28T09:40:34Z</dcterms:created>
  <dcterms:modified xsi:type="dcterms:W3CDTF">2026-07-28T09:40:34Z</dcterms:modified>
</cp:coreProperties>
</file>