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Instagram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30 hari selesai dalam 1 sesi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SISTEM, BUKAN SEKADAR IDE HARIAN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yang Sustainable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TEMA ROTASI PER MINGGU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Produk, edukasi/tips, behind the scene, testimoni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GENERATE SEKALIGUS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Tema + caption + hashtag untuk 30 hari dalam 1 prompt terstruktur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SPREADSHEET SIAP PAKAI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Warna otomatis per tema, dropdown status, ringkasan real-time.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DAN PERSONALISASI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buat draft, kamu tambahkan detail spesifik yang hanya kamu tahu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76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CANVA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69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Connector (gratis) · Setup: 60 detik di Settings &gt; Connectors &gt; Canva. Konten organik butuh visual sesering iklan — setup di sini, bukan nanti di modul iklan. Setelah aktif, Claude bisa langsung membuat desain di Canva sesuai warna brand di Project-mu. Dipakai lagi di Modul 4 — tidak perlu setup 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193792"/>
            <a:ext cx="10643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CATATAN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setup Canva Connector, tetap bisa ikuti modul ini dengan workflow copy-paste manual ke Canva.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YANG BERHENTI DI-SCROLL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Caption yang Engaging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(BARIS PERTAMA)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Berhenti scroll dalam 1 baris — pertanyaan, angka, atau pernyataan yang relate ke audiens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 ATAU CERITA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Manfaat produk atau cerita singkat di baliknya — bukan sekadar deskripsi fitur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Ajakan spesifik — "DM untuk pesan", "link di bio" — bukan cuma "cek produk kami"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73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ini sama dengan framework iklan di Modul 4 — bedanya, di sini nadanya lebih santai dan personal karena ini konten organik, bukan iklan berbayar.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13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3232" y="42153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418795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Posting tanpa tema — audiens tidak dapat kesan brand konsisten, growth stagnan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45125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448513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terlalu panjang — 80% audiens tidak baca lebih dari 2 baris pertama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480974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50976" y="478231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Hashtag asal tempel — campurkan hashtag besar (1M+) dan niche (10K-100K)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510692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0976" y="50794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lalu langsung post — Claude tidak tahu promo yang baru berubah atau stok habis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560000"/>
            <a:ext cx="11064240" cy="75000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560000"/>
            <a:ext cx="1064361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BUKAN CUMA UNTUK INSTAGRAM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kalender &amp; framework Hook-Value-CTA ini juga berlaku untuk TikTok, Facebook, atau platform lain — tinggal minta Claude sesuaikan formatnya per platform.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UNTUK 16 CAPTION SEKALIGUS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6883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caption Instagram untuk produk saya"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17296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hasilnya 1 caption generik, harus diulang besok dari nol.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930048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bulan Juli saya sudah ada temanya (paste dari xlsx) — tinggal buatkan Caption maks 80 kata &amp; 8 Hashtag tiap baris, jangan ubah urutan atau tema yang sudah ada.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390448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1 prompt = 16 caption+hashtag sejajar dengan kalendermu, tidak perlu disortir manual.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5902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90288"/>
            <a:ext cx="1064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cm-kalender-konten.xlsx (template 16 slot posting per bulan), akun Instagram bisnis aktif + 5-10 foto produk, dan Canva Connector aktif (opsional). Positioning dan katalog produk dari Modul 1-2 sudah otomatis tersedia kalau kamu masih di Project yang sama.</a:t>
            </a:r>
            <a:endParaRPr lang="en-US" sz="1200" dirty="0"/>
          </a:p>
        </p:txBody>
      </p:sp>
      <p:sp>
        <p:nvSpPr>
          <p:cNvPr id="18" name="Text 30"/>
          <p:cNvSpPr/>
          <p:nvPr/>
        </p:nvSpPr>
        <p:spPr>
          <a:xfrm>
            <a:off x="6373368" y="2646000"/>
            <a:ext cx="4764024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 b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sudah tahu positioning &amp; produk-produkmu — tidak perlu ditulis ulang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BAHAN KE KALENDER SIAP JADWAL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48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 Kolom &amp; Siapkan Bahan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sampai Format (A:G) dari xlsx baris 10-24, plus promo/momen bulan ini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70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Caption &amp; Hashtag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cocokkan tiap baris pakai kolom No, jangan ubah tema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3924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Balik &amp; Personalisasi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kolom Caption &amp; Hashtag sesuai nomornya, tambahkan cerita/promo spesifik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4014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Jadwalkan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di Sheets/Excel, kirim ke Later/Buffer/Instagram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1888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18888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POSITIONING TIDAK PERLU DIKETIK ULANG?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yang sama dari Modul 1-2 sudah membawa positioning dan daftar produk — langkah 1 di atas cukup fokus ke hal baru: promo dan momen bulan ini.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DARI SEKADAR TEKS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3 Kemampuan Bonus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042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Dashboard Kalender HTML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5511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bikin halaman kalender visual dari data di atas — checkbox status per post, warna beda per tema. 1 file HTML, buka langsung di browser mana saja, tidak perlu Sheets atau tool berbayar.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6758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301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Grafis Langsung dari Claude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9227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visual yang tidak butuh foto realistis — quote card, price tag, tile promo. Warna dan mood brand otomatis dari Project Modul 1, tidak perlu disebut ulang.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50474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Foto Produk via Prompt Enhancer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tidak bisa buat foto langsung, tapi bisa tulis prompt gambar detail untuk Nano Banana Pro (gratis 3/hari) atau ChatGPT. Revisi promptnya kalau hasil belum pas, bukan mulai dari nol.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 kolom No-Format (A:G) dari xlsx baris 10-24, jalankan prompt ini, lalu paste hasilnya ke kolom Caption &amp; Hashtag sesuai nomornya. Pilih 3 terbaik, personalisasi, jadwalkan. Bonus: dashboard HTML, grafis Claude, foto via Prompt Enhancer.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| Minggu | Hari | Tanggal | Kategori | Tema | Format — [paste baris 10-24 kolom A-G]. Buatkan Caption maks 80 kata &amp; Hashtag (8) tiap baris, cocokkan lewat No, jangan ubah tema/urutan. Output: No | Caption | Hashtag.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79392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439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36592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konten 1 bulan (16 post) dalam spreadsheet — caption (framework Hook-Value-CTA) dan hashtag terisi sesuai tema yang sudah ada — siap dijadwalkan. Canva Connector aktif untuk Modul 4. Waktu yang dihemat: ~8 jam per bulan.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cm-kalender-konten.xlsx. Bonus: 1 dashboard HTML, 1 grafis Claude, 1 foto produk via Prompt Enhancer. Ulangi tiap awal bulan — simpan prompt terbaik sebagai template.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2026-07-28T13:46:25Z</dcterms:created>
  <dcterms:modified xsi:type="dcterms:W3CDTF">2026-07-28T13:46:25Z</dcterms:modified>
</cp:coreProperties>
</file>