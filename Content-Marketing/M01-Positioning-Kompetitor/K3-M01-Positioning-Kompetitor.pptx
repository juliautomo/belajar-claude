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562088" cy="685800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6" name="Text 4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&amp; Analisis Kompetitor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siapa produk ini, dan kenapa harus pilih kamu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ITU POSITIONING &amp; KENAPA PENTING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Positioning Penting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POSITIONING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Bisnis terdengar sama dengan ratusan kompetitor lainnya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Selalu bersaing di harga, bukan di nilai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Konten, iklan, dan komunikasi bisnis jadi tidak konsisten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POSITIONING JELAS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28232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Menjawab "untuk siapa produk ini, dan kenapa harus pilih kamu?"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acuan semua konten, iklan, dan komunikasi bisnis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bisa bantu susun dari data yang kamu kumpulkan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KESALAHAN UMUM DALAM RISET KOMPETITOR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lihat produk,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ulasan negatif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64992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38144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Langsung tiru,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cari gap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1344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54496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 umum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97696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70848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pernah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di-update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YANG BERHASIL BUTUH DATA LENGKAP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Prompt: Buruk vs Baik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51760"/>
            <a:ext cx="50109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"Analisis kompetitor saya di frozen food"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87375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Masalah: Claude tidak punya data apapun. Jawabannya akan generik dan tidak relevan untuk bisnismu.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27064" y="2148840"/>
            <a:ext cx="5413248" cy="3291840"/>
          </a:xfrm>
          <a:prstGeom prst="roundRect">
            <a:avLst>
              <a:gd name="adj" fmla="val 2222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28232" y="2651760"/>
            <a:ext cx="50109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"Ini data 3 kompetitor frozen food saya [paste isi cm-template-kompetitor.txt]. Buatkan: SWOT singkat, gap yang belum diisi kompetitor manapun, dan 1 kalimat positioning: Untuk [siapa], [bisnis] adalah [apa] yang [benefit] karena [bukti]."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487375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berhasil: data lengkap + format jelas = positioning siap pakai dalam 1 respons.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DATA KOMPETITOR KE POSITIONING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Kerja: 5 Langkah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85416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Punya Bisnis Sendiri?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data kompetitor di cm-template-kompetitor.txt — harga, rating, ulasan terburuk 3 kompetitor nyata. Pakai contoh Dapur Rara? Lewati ke langkah 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15768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Data Bisnismu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 juga palet warna &amp; mood visual — tanya 3 pelanggan lama kenapa mereka beli dari kamu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735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246120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ke Claude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seluruh file ke Claude dengan prompt yang sudah ada di dalamnya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776472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3 Variasi Tone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versi formal, santai untuk caption, dan emosional untuk iklan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3425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334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306824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Simpan di Claude Projects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lengkap (positioning + palet warna + mood) jadi acuan Modul 2-5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74336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74336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KENAPA WARNA DAN MOOD JUGA DISIMPAN?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otomatis dipakai Claude waktu kamu minta bikin grafis atau foto produk di Modul 3 — tanpa perlu jelaskan ulang tiap kali.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Latihan &amp; Output yang Diharapkan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EAFAF0"/>
          </a:solidFill>
          <a:ln w="12700">
            <a:solidFill>
              <a:srgbClr val="BCE8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35000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679192"/>
            <a:ext cx="10579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cm-template-kompetitor.txt — sudah terisi contoh Dapur Rara, langsung paste ke Claude untuk latihan. Punya bisnis sendiri? Ganti dulu semua datanya (termasuk palet warna dan mood/gaya visual) sebelum paste. Minta Claude analisis SWOT + gap + 3 variasi kalimat positioning. Pilih satu, simpan profil lengkap di Claude Projects — ini akan dipakai di Modul 2 sampai 5.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13308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4462272"/>
            <a:ext cx="10579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singkat (4 poin per kuadran), 1 gap peluang yang konkret, dan 1 kalimat positioning final yang bisa langsung dipakai di bio Instagram, deskripsi toko Tokopedia, dan iklan — plus 1 Claude Project aktif berisi profil bisnis lengkap (positioning + identitas visual).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pendukung: cm-template-kompetitor.txt (sudah terisi contoh Dapur Rara, edit untuk bisnismu sendiri)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2026-07-28T05:49:34Z</dcterms:created>
  <dcterms:modified xsi:type="dcterms:W3CDTF">2026-07-28T05:49:34Z</dcterms:modified>
</cp:coreProperties>
</file>