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62088" y="0"/>
            <a:ext cx="4626864" cy="6858000"/>
          </a:xfrm>
          <a:prstGeom prst="rect">
            <a:avLst/>
          </a:prstGeom>
          <a:solidFill>
            <a:srgbClr val="141D3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562088" cy="685800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457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0616184" y="384048"/>
            <a:ext cx="1024128" cy="384048"/>
          </a:xfrm>
          <a:prstGeom prst="roundRect">
            <a:avLst>
              <a:gd name="adj" fmla="val 23810"/>
            </a:avLst>
          </a:prstGeom>
          <a:solidFill>
            <a:srgbClr val="6849F6"/>
          </a:solidFill>
          <a:ln/>
        </p:spPr>
      </p:sp>
      <p:sp>
        <p:nvSpPr>
          <p:cNvPr id="6" name="Text 4"/>
          <p:cNvSpPr/>
          <p:nvPr/>
        </p:nvSpPr>
        <p:spPr>
          <a:xfrm>
            <a:off x="10616184" y="38404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 1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23317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KREASI KONTEN PEMASARAN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269748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Positioning &amp; Analisis Kompetitor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548640" y="3703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B7C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Untuk siapa produk ini, dan kenapa harus pilih kamu — 10 menit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696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 01 — Positioning &amp; Analisis Kompetitor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7043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 ITU POSITIONING &amp; KENAPA PENTING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144475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Kenapa Positioning Penting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548640" y="2148840"/>
            <a:ext cx="5413248" cy="1783080"/>
          </a:xfrm>
          <a:prstGeom prst="roundRect">
            <a:avLst>
              <a:gd name="adj" fmla="val 4103"/>
            </a:avLst>
          </a:prstGeom>
          <a:solidFill>
            <a:srgbClr val="F4F6FB"/>
          </a:solidFill>
          <a:ln w="12700">
            <a:solidFill>
              <a:srgbClr val="D9DE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350008"/>
            <a:ext cx="5010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TANPA POSITIONING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49808" y="2715768"/>
            <a:ext cx="5010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Bisnis terdengar sama dengan ratusan kompetitor lainnya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Selalu bersaing di harga, bukan di nilai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Konten, iklan, dan komunikasi bisnis jadi tidak konsisten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27064" y="2148840"/>
            <a:ext cx="5413248" cy="1783080"/>
          </a:xfrm>
          <a:prstGeom prst="roundRect">
            <a:avLst>
              <a:gd name="adj" fmla="val 4103"/>
            </a:avLst>
          </a:prstGeom>
          <a:solidFill>
            <a:srgbClr val="F3F0FF"/>
          </a:solidFill>
          <a:ln w="12700">
            <a:solidFill>
              <a:srgbClr val="D9CFF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28232" y="2350008"/>
            <a:ext cx="5010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DENGAN POSITIONING JELAS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28232" y="2715768"/>
            <a:ext cx="5010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Menjawab "untuk siapa produk ini, dan kenapa harus pilih kamu?"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Jadi acuan semua konten, iklan, dan komunikasi bisnis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bisa bantu susun dari data yang kamu kumpulkan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48640" y="41605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50" kern="0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KESALAHAN UMUM DALAM RISET KOMPETITOR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52628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F3F0FF"/>
          </a:solidFill>
          <a:ln w="12700">
            <a:solidFill>
              <a:srgbClr val="D9CFF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" y="4526280"/>
            <a:ext cx="2505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Hanya lihat produk,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bukan ulasan negatif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364992" y="452628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F3F0FF"/>
          </a:solidFill>
          <a:ln w="12700">
            <a:solidFill>
              <a:srgbClr val="D9CFF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38144" y="4526280"/>
            <a:ext cx="2505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Langsung tiru,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bukan cari gap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181344" y="452628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F3F0FF"/>
          </a:solidFill>
          <a:ln w="12700">
            <a:solidFill>
              <a:srgbClr val="D9CFF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54496" y="4526280"/>
            <a:ext cx="2505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Positioning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terlalu umum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997696" y="452628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F3F0FF"/>
          </a:solidFill>
          <a:ln w="12700">
            <a:solidFill>
              <a:srgbClr val="D9CFF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070848" y="4526280"/>
            <a:ext cx="2505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 pernah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di-update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696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 01 — Positioning &amp; Analisis Kompetitor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7043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YANG BERHASIL BUTUH DATA LENGKAP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144475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 Prompt: Buruk vs Baik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548640" y="2148840"/>
            <a:ext cx="5413248" cy="3291840"/>
          </a:xfrm>
          <a:prstGeom prst="roundRect">
            <a:avLst>
              <a:gd name="adj" fmla="val 2222"/>
            </a:avLst>
          </a:prstGeom>
          <a:solidFill>
            <a:srgbClr val="F4F6FB"/>
          </a:solidFill>
          <a:ln w="12700">
            <a:solidFill>
              <a:srgbClr val="D9DE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331720"/>
            <a:ext cx="5010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BURUK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49808" y="2651760"/>
            <a:ext cx="501091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i="1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"Analisis kompetitor saya di frozen food"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49808" y="4873752"/>
            <a:ext cx="5010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Masalah: Claude tidak punya data apapun. Jawabannya akan generik dan tidak relevan untuk bisnismu.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27064" y="2148840"/>
            <a:ext cx="5413248" cy="3291840"/>
          </a:xfrm>
          <a:prstGeom prst="roundRect">
            <a:avLst>
              <a:gd name="adj" fmla="val 2222"/>
            </a:avLst>
          </a:prstGeom>
          <a:solidFill>
            <a:srgbClr val="F3F0FF"/>
          </a:solidFill>
          <a:ln w="12700">
            <a:solidFill>
              <a:srgbClr val="D9CFF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28232" y="2331720"/>
            <a:ext cx="5010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BAIK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28232" y="2651760"/>
            <a:ext cx="501091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i="1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"Ini data 3 kompetitor frozen food saya [paste isi cm-template-kompetitor.txt]. Buatkan: SWOT singkat, gap yang belum diisi kompetitor manapun, dan 1 kalimat positioning: Untuk [siapa], [bisnis] adalah [apa] yang [benefit] karena [bukti]."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428232" y="4873752"/>
            <a:ext cx="5010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Kenapa berhasil: data lengkap + format jelas = positioning siap pakai dalam 1 respons.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696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 01 — Positioning &amp; Analisis Kompetitor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7043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DATA KOMPETITOR KE POSITIONING SIAP PAKAI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144475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 Kerja: 5 Langkah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548640" y="2212848"/>
            <a:ext cx="329184" cy="329184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2128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24128" y="2185416"/>
            <a:ext cx="10616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Isi Data Kompetitor —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cm-template-kompetitor.txt dengan harga, rating, dan 10 ulasan paling buruk 3 kompetitor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743200"/>
            <a:ext cx="329184" cy="329184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27432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24128" y="2715768"/>
            <a:ext cx="10616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Isi Data Bisnismu —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tanya 3 pelanggan lama kenapa mereka beli, termasuk palet warna &amp; mood visual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273552"/>
            <a:ext cx="329184" cy="329184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32735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24128" y="3246120"/>
            <a:ext cx="10616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ke Claude —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paste seluruh template ke Claude dengan prompt di atas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803904"/>
            <a:ext cx="329184" cy="329184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803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24128" y="3776472"/>
            <a:ext cx="10616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Pilih 3 Variasi Tone —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minta versi formal, santai untuk caption, dan emosional untuk iklan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4334256"/>
            <a:ext cx="329184" cy="329184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43342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24128" y="4306824"/>
            <a:ext cx="10616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Simpan di Claude Projects —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 lengkap (positioning + palet warna + mood) jadi acuan Modul 2-5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4974336"/>
            <a:ext cx="11091672" cy="777240"/>
          </a:xfrm>
          <a:prstGeom prst="roundRect">
            <a:avLst>
              <a:gd name="adj" fmla="val 9412"/>
            </a:avLst>
          </a:prstGeom>
          <a:solidFill>
            <a:srgbClr val="F3F0FF"/>
          </a:solidFill>
          <a:ln w="12700">
            <a:solidFill>
              <a:srgbClr val="D9CFF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4974336"/>
            <a:ext cx="10634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  KENAPA WARNA DAN MOOD JUGA DISIMPAN?  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 otomatis dipakai Claude waktu kamu minta bikin grafis atau foto produk di Modul 3 — tanpa perlu jelaskan ulang tiap kali.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696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 01 — Positioning &amp; Analisis Kompetitor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7043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4B36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LATIHAN KE OUTPUT SIAP PAKAI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1444752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Latihan &amp; Output yang Diharapkan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548640" y="2148840"/>
            <a:ext cx="11091672" cy="1600200"/>
          </a:xfrm>
          <a:prstGeom prst="roundRect">
            <a:avLst>
              <a:gd name="adj" fmla="val 4571"/>
            </a:avLst>
          </a:prstGeom>
          <a:solidFill>
            <a:srgbClr val="EAFAF0"/>
          </a:solidFill>
          <a:ln w="12700">
            <a:solidFill>
              <a:srgbClr val="BCE8C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2350008"/>
            <a:ext cx="10579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50" kern="0" dirty="0">
                <a:solidFill>
                  <a:srgbClr val="1A7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 LATIHAN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04672" y="2679192"/>
            <a:ext cx="105796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Download dan isi cm-template-kompetitor.txt dengan data 3 kompetitor nyata bisnismu, termasuk palet warna dan mood/gaya visual. Paste ke Claude dan minta analisis SWOT + gap + 3 variasi kalimat positioning. Pilih satu, simpan profil lengkap di Claude Projects — ini akan dipakai di Modul 2 sampai 5.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11091672" cy="1965960"/>
          </a:xfrm>
          <a:prstGeom prst="roundRect">
            <a:avLst>
              <a:gd name="adj" fmla="val 3721"/>
            </a:avLst>
          </a:prstGeom>
          <a:solidFill>
            <a:srgbClr val="141D33"/>
          </a:solidFill>
          <a:ln w="12700">
            <a:solidFill>
              <a:srgbClr val="6849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" y="4133088"/>
            <a:ext cx="10579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50" kern="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YANG DIHARAPKAN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04672" y="4462272"/>
            <a:ext cx="1057960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B7C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SWOT singkat (4 poin per kuadran), 1 gap peluang yang konkret, dan 1 kalimat positioning final yang bisa langsung dipakai di bio Instagram, deskripsi toko Tokopedia, dan iklan — plus 1 Claude Project aktif berisi profil bisnis lengkap (positioning + identitas visual).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B7C0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pendukung: cm-template-kompetitor.txt (atau cm-profil-dapur-rara.txt sebagai contoh)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2026-07-28T05:32:20Z</dcterms:created>
  <dcterms:modified xsi:type="dcterms:W3CDTF">2026-07-28T05:32:20Z</dcterms:modified>
</cp:coreProperties>
</file>