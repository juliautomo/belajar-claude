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2775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562088" cy="685800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6" name="Text 4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&amp; Analisis Kompetitor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siapa produk ini, dan kenapa harus </a:t>
            </a:r>
            <a:r>
              <a:rPr lang="en-US" sz="1550" dirty="0" err="1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</a:t>
            </a:r>
            <a:r>
              <a:rPr lang="en-US" sz="15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50" dirty="0" err="1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kamu — 10 menit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ITU POSITIONING &amp; KENAPA PENTING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 Positioning Penting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413248" cy="1783080"/>
          </a:xfrm>
          <a:prstGeom prst="roundRect">
            <a:avLst>
              <a:gd name="adj" fmla="val 4103"/>
            </a:avLst>
          </a:prstGeom>
          <a:solidFill>
            <a:srgbClr val="F4F6FB"/>
          </a:solidFill>
          <a:ln w="12700">
            <a:solidFill>
              <a:srgbClr val="D9DEEC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49808" y="2350008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POSITIONING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715768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Bisnis terdengar sama dengan ratusan kompetitor lainnya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Selalu bersaing di harga, bukan di nilai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Konten, iklan, dan komunikasi bisnis jadi tidak konsisten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2148840"/>
            <a:ext cx="5413248" cy="1783080"/>
          </a:xfrm>
          <a:prstGeom prst="roundRect">
            <a:avLst>
              <a:gd name="adj" fmla="val 4103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6428232" y="2350008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POSITIONING JELAS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28232" y="2715768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Menjawab "untuk siapa produk ini, dan kenapa harus pilih kamu?"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Jadi acuan semua konten, iklan, dan komunikasi bisnis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bisa bantu susun dari data yang kamu kumpulkan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160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5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KESALAHAN UMUM DALAM RISET KOMPETITOR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621792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lihat produk,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ulasan negatif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364992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3438144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Langsung tiru,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cari gap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81344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0" name="Text 18"/>
          <p:cNvSpPr/>
          <p:nvPr/>
        </p:nvSpPr>
        <p:spPr>
          <a:xfrm>
            <a:off x="6254496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terlalu umum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997696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2" name="Text 20"/>
          <p:cNvSpPr/>
          <p:nvPr/>
        </p:nvSpPr>
        <p:spPr>
          <a:xfrm>
            <a:off x="9070848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pernah</a:t>
            </a:r>
            <a:endParaRPr lang="en-US" sz="10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di-update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YANG BERHASIL BUTUH DATA LENGKAP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Prompt: Buruk vs Baik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413248" cy="2468880"/>
          </a:xfrm>
          <a:prstGeom prst="roundRect">
            <a:avLst>
              <a:gd name="adj" fmla="val 2963"/>
            </a:avLst>
          </a:prstGeom>
          <a:solidFill>
            <a:srgbClr val="F4F6FB"/>
          </a:solidFill>
          <a:ln w="12700">
            <a:solidFill>
              <a:srgbClr val="D9DEEC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5176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"Analisis kompetitor saya di frozen food"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" y="4050792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Masalah: Claude tidak punya data apapun. Jawabannya akan generik dan tidak relevan untuk bisnismu.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27064" y="2148840"/>
            <a:ext cx="5413248" cy="2468880"/>
          </a:xfrm>
          <a:prstGeom prst="roundRect">
            <a:avLst>
              <a:gd name="adj" fmla="val 2963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6428232" y="2331720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28232" y="265176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"Ini data 3 kompetitor frozen food saya [paste bagian PASTE KE CLAUDE dari cm-template-kompetitor.txt]. Buatkan: SWOT singkat, gap yang belum diisi kompetitor manapun, dan 1 kalimat positioning: Untuk [siapa], [bisnis] adalah [apa] yang [benefit] karena [bukti]."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4050792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 berhasil: data lengkap + format jelas = positioning siap pakai dalam 1 respons.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DATA KOMPETITOR KE POSITIONING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Kerja: 5 Langkah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548640" y="2212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185416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Punya Bisnis Sendiri? —  </a:t>
            </a: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data kompetitor di cm-template-kompetitor.txt — harga, rating, ulasan terburuk 3 kompetitor nyata. Pakai contoh Dapur Rara? Lewati ke langkah 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548640" y="2743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715768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Ganti Data Bisnismu —  </a:t>
            </a: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isi juga palet warna &amp; mood visual — tanya 3 pelanggan lama kenapa mereka beli dari kamu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27355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48640" y="3273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246120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ke Claude —  </a:t>
            </a: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bagian yang ditandai PASTE KE CLAUDE saja (bukan seluruh file) — prompt sudah ada di dalamnya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548640" y="3803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3776472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3 Variasi Tone —  </a:t>
            </a: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minta versi formal, santai untuk caption, dan emosional untuk iklan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33425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548640" y="4334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4306824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Simpan di Claude Projects —  </a:t>
            </a: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lengkap (positioning + palet warna + mood) jadi acuan Modul 2-5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974336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4" name="Text 22"/>
          <p:cNvSpPr/>
          <p:nvPr/>
        </p:nvSpPr>
        <p:spPr>
          <a:xfrm>
            <a:off x="777240" y="4974336"/>
            <a:ext cx="10634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KENAPA WARNA DAN MOOD JUGA DISIMPAN?  </a:t>
            </a:r>
            <a:r>
              <a:rPr lang="en-US" sz="12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otomatis dipakai Claude waktu kamu minta bikin grafis atau foto produk di Modul 3 — tanpa perlu jelaskan ulang tiap kali.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Latihan &amp; Output yang Diharapkan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91672" cy="1600200"/>
          </a:xfrm>
          <a:prstGeom prst="roundRect">
            <a:avLst>
              <a:gd name="adj" fmla="val 4571"/>
            </a:avLst>
          </a:prstGeom>
          <a:solidFill>
            <a:srgbClr val="EAFAF0"/>
          </a:solidFill>
          <a:ln w="12700">
            <a:solidFill>
              <a:srgbClr val="BCE8C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804672" y="2350008"/>
            <a:ext cx="10579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50" dirty="0">
                <a:solidFill>
                  <a:srgbClr val="1A7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679192"/>
            <a:ext cx="10579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 cm-template-kompetitor.txt — sudah terisi contoh Dapur Rara. Punya bisnis sendiri? Ganti dulu Data Bisnis dan Data Kompetitor di dalamnya (termasuk palet warna dan mood/gaya visual). Copy bagian yang ditandai PASTE KE CLAUDE saja ke Claude — bagian di bawahnya hanya referensi, jangan ikut di-paste. Minta analisis SWOT + gap + 3 variasi kalimat positioning. Pilih satu, simpan profil lengkap di Claude Projects — ini akan dipakai di Modul 2 sampai 5.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1672" cy="1965960"/>
          </a:xfrm>
          <a:prstGeom prst="roundRect">
            <a:avLst>
              <a:gd name="adj" fmla="val 3721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04672" y="4133088"/>
            <a:ext cx="10579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5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YANG DIHARAPKAN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4462272"/>
            <a:ext cx="105796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singkat (4 poin per kuadran), 1 gap peluang yang konkret, dan 1 kalimat positioning final yang bisa langsung dipakai di bio Instagram, deskripsi toko Tokopedia, dan iklan — plus 1 Claude Project aktif berisi profil bisnis lengkap (positioning + identitas visual).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pendukung: cm-template-kompetitor.txt (sudah terisi contoh Dapur Rara, edit untuk bisnismu sendiri)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592</Words>
  <Application>Microsoft Office PowerPoint</Application>
  <PresentationFormat>Widescreen</PresentationFormat>
  <Paragraphs>66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2</cp:revision>
  <dcterms:created xsi:type="dcterms:W3CDTF">2026-07-28T08:27:42Z</dcterms:created>
  <dcterms:modified xsi:type="dcterms:W3CDTF">2026-07-30T13:07:53Z</dcterms:modified>
</cp:coreProperties>
</file>