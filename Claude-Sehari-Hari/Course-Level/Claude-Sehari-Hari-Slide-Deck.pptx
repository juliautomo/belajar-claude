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384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9023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3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solidFill>
            <a:srgbClr val="141D33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r>
              <a:rPr lang="en-US" sz="22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692640" y="548640"/>
            <a:ext cx="1874520" cy="384048"/>
          </a:xfrm>
          <a:prstGeom prst="roundRect">
            <a:avLst>
              <a:gd name="adj" fmla="val 23810"/>
            </a:avLst>
          </a:prstGeom>
          <a:solidFill>
            <a:srgbClr val="6849F6"/>
          </a:solidFill>
          <a:ln w="12700">
            <a:solidFill>
              <a:srgbClr val="6849F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9692640" y="54864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13 MODUL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 untuk</a:t>
            </a:r>
            <a:endParaRPr lang="en-US" sz="44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Sehari-hari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443484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B7C0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13 cara praktis pakai Claude untuk urusan sehari-hari — dari atur budget, rencanakan liburan, sampai bantu ambil keputusan.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1 — Ngobrol dengan Claude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Ngobrol dengan Claude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MASALAH SEHARI-HARI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11094415" cy="269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Penasaran sama suatu hal, tapi bingung mau nanya ke siapa — takut kelihatan aneh, atau nggak ada yang bisa jelasin dengan sabar.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2536889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PROMPT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811209"/>
            <a:ext cx="11094415" cy="801624"/>
          </a:xfrm>
          <a:prstGeom prst="roundRect">
            <a:avLst>
              <a:gd name="adj" fmla="val 11407"/>
            </a:avLst>
          </a:prstGeom>
          <a:solidFill>
            <a:srgbClr val="191919"/>
          </a:solidFill>
          <a:ln w="12700">
            <a:solidFill>
              <a:srgbClr val="19191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Text 9"/>
          <p:cNvSpPr/>
          <p:nvPr/>
        </p:nvSpPr>
        <p:spPr>
          <a:xfrm>
            <a:off x="749808" y="2893504"/>
            <a:ext cx="106920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PROMPT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49808" y="3122104"/>
            <a:ext cx="10692079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Kenapa sih harga telur di pasar suka naik-turun drastis? Jelasin dengan simpel, aku bukan orang ekonomi.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868864"/>
            <a:ext cx="11094415" cy="1143953"/>
          </a:xfrm>
          <a:prstGeom prst="roundRect">
            <a:avLst>
              <a:gd name="adj" fmla="val 7993"/>
            </a:avLst>
          </a:prstGeom>
          <a:solidFill>
            <a:srgbClr val="EAFAF0"/>
          </a:solidFill>
          <a:ln w="12700">
            <a:solidFill>
              <a:srgbClr val="B8E6C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4" name="Text 12"/>
          <p:cNvSpPr/>
          <p:nvPr/>
        </p:nvSpPr>
        <p:spPr>
          <a:xfrm>
            <a:off x="749808" y="3978592"/>
            <a:ext cx="106920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" dirty="0">
                <a:solidFill>
                  <a:srgbClr val="1A7A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LATIHAN — SEKARANG GILIRANMU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" y="4225481"/>
            <a:ext cx="10692079" cy="668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Pilih 1 topik random yang selama ini bikin kamu penasaran — apa saja, bebas. Tanyakan ke Claude, lalu minta dijelaskan ulang "kayak ke anak SD" kalau masih ada bagian yang belum jelas. Follow-up sampai kamu bisa jelaskan ulang topik itu ke orang lain dengan kata-katamu sendiri.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2 — Atur Pengeluaran &amp; Budget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Atur Pengeluaran &amp; Budget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MASALAH SEHARI-HARI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11094415" cy="269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Gajian rasanya baru kemarin, tapi sekarang udah nggak tahu duitnya kemana.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2536889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PROMPT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811209"/>
            <a:ext cx="11094415" cy="1136904"/>
          </a:xfrm>
          <a:prstGeom prst="roundRect">
            <a:avLst>
              <a:gd name="adj" fmla="val 9146"/>
            </a:avLst>
          </a:prstGeom>
          <a:solidFill>
            <a:srgbClr val="191919"/>
          </a:solidFill>
          <a:ln w="12700">
            <a:solidFill>
              <a:srgbClr val="19191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Text 9"/>
          <p:cNvSpPr/>
          <p:nvPr/>
        </p:nvSpPr>
        <p:spPr>
          <a:xfrm>
            <a:off x="749808" y="2893504"/>
            <a:ext cx="106920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PROMPT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49808" y="3122104"/>
            <a:ext cx="10692079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Penghasilanku Rp 5.000.000/bulan. Pengeluaran: kos Rp 1.500.000, makan sekitar Rp 1.500.000, transport Rp 500.000, sisanya nggak jelas kemana. Bantu kategorikan pengeluaran ini, dan kasih 1 area yang paling bisa dihemat. Buatkan ringkasannya dalam tampilan visual yang rapi.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125224"/>
            <a:ext cx="11094415" cy="945515"/>
          </a:xfrm>
          <a:prstGeom prst="roundRect">
            <a:avLst>
              <a:gd name="adj" fmla="val 9671"/>
            </a:avLst>
          </a:prstGeom>
          <a:solidFill>
            <a:srgbClr val="EAFAF0"/>
          </a:solidFill>
          <a:ln w="12700">
            <a:solidFill>
              <a:srgbClr val="B8E6C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4" name="Text 12"/>
          <p:cNvSpPr/>
          <p:nvPr/>
        </p:nvSpPr>
        <p:spPr>
          <a:xfrm>
            <a:off x="749808" y="4234952"/>
            <a:ext cx="106920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" dirty="0">
                <a:solidFill>
                  <a:srgbClr val="1A7A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LATIHAN — SEKARANG GILIRANMU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" y="4481841"/>
            <a:ext cx="10692079" cy="470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Sebutkan penghasilan dan pengeluaran bulan ini apa adanya — boleh perkiraan kasar kalau belum tahu persis. Minta Claude kategorikan pengeluaranmu dan kasih 1 area konkret yang bisa dihemat bulan depan.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3 — Rencanakan Liburan &amp; Acara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Rencanakan Liburan &amp; Acara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MASALAH SEHARI-HARI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11094415" cy="269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Pengen liburan tapi mulai dari mana aja bingung — destinasi, budget, itinerary, semuanya masih di kepala.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2536889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PROMPT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811208"/>
            <a:ext cx="11094415" cy="1136905"/>
          </a:xfrm>
          <a:prstGeom prst="roundRect">
            <a:avLst>
              <a:gd name="adj" fmla="val 9146"/>
            </a:avLst>
          </a:prstGeom>
          <a:solidFill>
            <a:srgbClr val="191919"/>
          </a:solidFill>
          <a:ln w="12700">
            <a:solidFill>
              <a:srgbClr val="19191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Text 9"/>
          <p:cNvSpPr/>
          <p:nvPr/>
        </p:nvSpPr>
        <p:spPr>
          <a:xfrm>
            <a:off x="749808" y="2893504"/>
            <a:ext cx="106920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PROMPT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49808" y="3122104"/>
            <a:ext cx="10692079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Aku mau liburan 2 hari ke Bandung berdua, budget total Rp 1.500.000 termasuk transport, penginapan, makan, dan aktivitas. Buatkan itinerary hari per hari, plus checklist barang yang perlu dibawa. Simpan sebagai 1 file PDF yang bisa aku forward ke pasanganku.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160170"/>
            <a:ext cx="11094415" cy="945515"/>
          </a:xfrm>
          <a:prstGeom prst="roundRect">
            <a:avLst>
              <a:gd name="adj" fmla="val 9671"/>
            </a:avLst>
          </a:prstGeom>
          <a:solidFill>
            <a:srgbClr val="EAFAF0"/>
          </a:solidFill>
          <a:ln w="12700">
            <a:solidFill>
              <a:srgbClr val="B8E6C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4" name="Text 12"/>
          <p:cNvSpPr/>
          <p:nvPr/>
        </p:nvSpPr>
        <p:spPr>
          <a:xfrm>
            <a:off x="749808" y="4269898"/>
            <a:ext cx="106920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" dirty="0">
                <a:solidFill>
                  <a:srgbClr val="1A7A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LATIHAN — SEKARANG GILIRANMU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" y="4516787"/>
            <a:ext cx="10692079" cy="470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Kasih Claude destinasi, budget, dan durasi liburan atau acara yang kamu rencanakan (boleh yang beneran, boleh yang cuma angan-angan). Minta itinerary lengkap plus checklist packing sebagai 1 file PDF.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4 — Bantu Cari Kerja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Bantu Cari Kerja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MASALAH SEHARI-HARI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11094415" cy="269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Pengen pindah kerja atau ganti bidang, tapi bingung mulai dari mana dan skill apa yang perlu disiapkan.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2536889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PROMPT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811208"/>
            <a:ext cx="11094415" cy="1190019"/>
          </a:xfrm>
          <a:prstGeom prst="roundRect">
            <a:avLst>
              <a:gd name="adj" fmla="val 9146"/>
            </a:avLst>
          </a:prstGeom>
          <a:solidFill>
            <a:srgbClr val="191919"/>
          </a:solidFill>
          <a:ln w="12700">
            <a:solidFill>
              <a:srgbClr val="19191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Text 9"/>
          <p:cNvSpPr/>
          <p:nvPr/>
        </p:nvSpPr>
        <p:spPr>
          <a:xfrm>
            <a:off x="749808" y="2893504"/>
            <a:ext cx="106920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PROMPT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49808" y="3122104"/>
            <a:ext cx="10692079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Aku lulusan marketing, 2 tahun pengalaman kerja di retail, pengen pindah karier ke digital marketing. Bantu aku: (1) jenis posisi entry-level apa yang realistis buat aku lamar sekarang, (2) skill apa yang paling penting aku kuasai dulu sebelum melamar.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177642"/>
            <a:ext cx="11094415" cy="945515"/>
          </a:xfrm>
          <a:prstGeom prst="roundRect">
            <a:avLst>
              <a:gd name="adj" fmla="val 9671"/>
            </a:avLst>
          </a:prstGeom>
          <a:solidFill>
            <a:srgbClr val="EAFAF0"/>
          </a:solidFill>
          <a:ln w="12700">
            <a:solidFill>
              <a:srgbClr val="B8E6C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4" name="Text 12"/>
          <p:cNvSpPr/>
          <p:nvPr/>
        </p:nvSpPr>
        <p:spPr>
          <a:xfrm>
            <a:off x="749808" y="4287370"/>
            <a:ext cx="106920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" dirty="0">
                <a:solidFill>
                  <a:srgbClr val="1A7A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LATIHAN — SEKARANG GILIRANMU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" y="4534259"/>
            <a:ext cx="10692079" cy="470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Ceritakan situasi kerjamu sekarang dan arah yang kamu minati — boleh yang serius, boleh yang masih sekadar kepikiran. Minta Claude bantu memetakan jenis posisi yang cocok dan skill gap yang perlu kamu tutup.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5 — Rapikan CV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Rapikan CV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MASALAH SEHARI-HARI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11094415" cy="269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CV udah lama nggak diupdate, dan tiap mau melamar rasanya harus mulai dari nol lagi.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2536889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PROMPT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811209"/>
            <a:ext cx="11094415" cy="1197864"/>
          </a:xfrm>
          <a:prstGeom prst="roundRect">
            <a:avLst>
              <a:gd name="adj" fmla="val 7634"/>
            </a:avLst>
          </a:prstGeom>
          <a:solidFill>
            <a:srgbClr val="191919"/>
          </a:solidFill>
          <a:ln w="12700">
            <a:solidFill>
              <a:srgbClr val="19191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Text 9"/>
          <p:cNvSpPr/>
          <p:nvPr/>
        </p:nvSpPr>
        <p:spPr>
          <a:xfrm>
            <a:off x="749808" y="2893504"/>
            <a:ext cx="106920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PROMPT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49808" y="3122104"/>
            <a:ext cx="10692079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[Upload atau paste CV-ku] Ini CV-ku saat ini. Aku mau melamar ke posisi [nama posisi] — ini deskripsi lowongannya: [paste job description]. Review CV-ku: perbaiki wording supaya lebih tajam, highlight pencapaian yang relevan dengan lowongan ini. Simpan sebagai file Word yang bisa aku edit lagi.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265105"/>
            <a:ext cx="11094415" cy="945515"/>
          </a:xfrm>
          <a:prstGeom prst="roundRect">
            <a:avLst>
              <a:gd name="adj" fmla="val 9671"/>
            </a:avLst>
          </a:prstGeom>
          <a:solidFill>
            <a:srgbClr val="EAFAF0"/>
          </a:solidFill>
          <a:ln w="12700">
            <a:solidFill>
              <a:srgbClr val="B8E6C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4" name="Text 12"/>
          <p:cNvSpPr/>
          <p:nvPr/>
        </p:nvSpPr>
        <p:spPr>
          <a:xfrm>
            <a:off x="749808" y="4374833"/>
            <a:ext cx="106920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" dirty="0">
                <a:solidFill>
                  <a:srgbClr val="1A7A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LATIHAN — SEKARANG GILIRANMU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" y="4621721"/>
            <a:ext cx="10692079" cy="470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Upload CV asli kamu. Kalau ada lowongan spesifik yang kamu incar, sertakan deskripsinya. Minta Claude review dan revisi jadi file Word.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6 — Jadikan Claude Teman Belajar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Jadikan Claude Teman Belajar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MASALAH SEHARI-HARI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11094415" cy="269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Belum paham satu materi tapi ujian atau wawancara udah di depan mata, dan nggak ada yang bisa ditanya sekarang juga.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2536889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PROMPT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811208"/>
            <a:ext cx="11094415" cy="1184195"/>
          </a:xfrm>
          <a:prstGeom prst="roundRect">
            <a:avLst>
              <a:gd name="adj" fmla="val 9146"/>
            </a:avLst>
          </a:prstGeom>
          <a:solidFill>
            <a:srgbClr val="191919"/>
          </a:solidFill>
          <a:ln w="12700">
            <a:solidFill>
              <a:srgbClr val="19191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Text 9"/>
          <p:cNvSpPr/>
          <p:nvPr/>
        </p:nvSpPr>
        <p:spPr>
          <a:xfrm>
            <a:off x="749808" y="2893504"/>
            <a:ext cx="106920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PROMPT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49808" y="3122104"/>
            <a:ext cx="10692079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Aku ada wawancara kerja besok untuk posisi customer service. Buatkan aku 8 pertanyaan wawancara umum yang biasa ditanyakan, plus tips singkat cara jawab tiap pertanyaan. Format sebagai kartu kuis yang bisa aku klik satu-satu buat latihan.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200942"/>
            <a:ext cx="11094415" cy="945515"/>
          </a:xfrm>
          <a:prstGeom prst="roundRect">
            <a:avLst>
              <a:gd name="adj" fmla="val 9671"/>
            </a:avLst>
          </a:prstGeom>
          <a:solidFill>
            <a:srgbClr val="EAFAF0"/>
          </a:solidFill>
          <a:ln w="12700">
            <a:solidFill>
              <a:srgbClr val="B8E6C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4" name="Text 12"/>
          <p:cNvSpPr/>
          <p:nvPr/>
        </p:nvSpPr>
        <p:spPr>
          <a:xfrm>
            <a:off x="749808" y="4310670"/>
            <a:ext cx="106920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" dirty="0">
                <a:solidFill>
                  <a:srgbClr val="1A7A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LATIHAN — SEKARANG GILIRANMU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" y="4557559"/>
            <a:ext cx="10692079" cy="470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Jelaskan ke Claude topik yang lagi kamu pelajari (atau situasi latihan interview/presentasi yang kamu hadapi). Minta dijelaskan ulang dengan caramu sendiri, lalu minta kuis singkat untuk menguji pemahamanmu.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7 — Cari Ide Penghasilan Sampingan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Cari Ide Penghasilan Sampingan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MASALAH SEHARI-HARI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11094415" cy="269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Pengen tambahan penghasilan, tapi ide yang muncul di kepala itu-itu aja dan kayaknya nggak realistis.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2536889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PROMPT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811208"/>
            <a:ext cx="11094415" cy="1178371"/>
          </a:xfrm>
          <a:prstGeom prst="roundRect">
            <a:avLst>
              <a:gd name="adj" fmla="val 9146"/>
            </a:avLst>
          </a:prstGeom>
          <a:solidFill>
            <a:srgbClr val="191919"/>
          </a:solidFill>
          <a:ln w="12700">
            <a:solidFill>
              <a:srgbClr val="19191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Text 9"/>
          <p:cNvSpPr/>
          <p:nvPr/>
        </p:nvSpPr>
        <p:spPr>
          <a:xfrm>
            <a:off x="749808" y="2893504"/>
            <a:ext cx="106920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PROMPT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49808" y="3122104"/>
            <a:ext cx="10692079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Aku punya waktu luang 2 jam/hari sepulang kerja, modal sekitar Rp 500.000, dan cukup jago desain grafis (biasa pakai Canva). Kasih aku 3-5 ide penghasilan sampingan yang realistis buat dijalankan dengan kondisi ini — bukan daftar generik.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177642"/>
            <a:ext cx="11094415" cy="945515"/>
          </a:xfrm>
          <a:prstGeom prst="roundRect">
            <a:avLst>
              <a:gd name="adj" fmla="val 9671"/>
            </a:avLst>
          </a:prstGeom>
          <a:solidFill>
            <a:srgbClr val="EAFAF0"/>
          </a:solidFill>
          <a:ln w="12700">
            <a:solidFill>
              <a:srgbClr val="B8E6C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4" name="Text 12"/>
          <p:cNvSpPr/>
          <p:nvPr/>
        </p:nvSpPr>
        <p:spPr>
          <a:xfrm>
            <a:off x="749808" y="4287370"/>
            <a:ext cx="106920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" dirty="0">
                <a:solidFill>
                  <a:srgbClr val="1A7A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LATIHAN — SEKARANG GILIRANMU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" y="4534259"/>
            <a:ext cx="10692079" cy="470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Sebutkan skill yang kamu punya, waktu luang yang realistis, modal yang bisa dikeluarkan, dan minatmu. Minta Claude kasih 3-5 ide penghasilan sampingan yang benar-benar bisa dijalankan dengan kondisi itu.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8 — Bingung Mau Masak Apa?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Bingung Mau Masak Apa?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MASALAH SEHARI-HARI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11094415" cy="269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Buka kulkas tiap sore, lihat bahan yang ada, terus bengong nggak tahu mau masak apa.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2536889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PROMPT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811209"/>
            <a:ext cx="11094415" cy="999744"/>
          </a:xfrm>
          <a:prstGeom prst="roundRect">
            <a:avLst>
              <a:gd name="adj" fmla="val 9146"/>
            </a:avLst>
          </a:prstGeom>
          <a:solidFill>
            <a:srgbClr val="191919"/>
          </a:solidFill>
          <a:ln w="12700">
            <a:solidFill>
              <a:srgbClr val="19191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Text 9"/>
          <p:cNvSpPr/>
          <p:nvPr/>
        </p:nvSpPr>
        <p:spPr>
          <a:xfrm>
            <a:off x="749808" y="2893504"/>
            <a:ext cx="106920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PROMPT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49808" y="3122104"/>
            <a:ext cx="10692079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 kulkasku ada telur, bayam, tempe, dan nasi sisa kemarin. Waktu masakku cuma sekitar 20 menit. Kasih 3 ide menu yang bisa aku masak dari bahan ini, plus cara masaknya yang simpel.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066984"/>
            <a:ext cx="11094415" cy="945515"/>
          </a:xfrm>
          <a:prstGeom prst="roundRect">
            <a:avLst>
              <a:gd name="adj" fmla="val 9671"/>
            </a:avLst>
          </a:prstGeom>
          <a:solidFill>
            <a:srgbClr val="EAFAF0"/>
          </a:solidFill>
          <a:ln w="12700">
            <a:solidFill>
              <a:srgbClr val="B8E6C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4" name="Text 12"/>
          <p:cNvSpPr/>
          <p:nvPr/>
        </p:nvSpPr>
        <p:spPr>
          <a:xfrm>
            <a:off x="749808" y="4176712"/>
            <a:ext cx="106920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" dirty="0">
                <a:solidFill>
                  <a:srgbClr val="1A7A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LATIHAN — SEKARANG GILIRANMU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" y="4423601"/>
            <a:ext cx="10692079" cy="470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Sebutkan isi kulkas atau dapurmu hari ini apa adanya. Minta Claude kasih 3 ide menu dan cara masak yang simpel, sesuaikan dengan waktu masak yang kamu punya.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9 — Bikin To-Do List &amp; Checklist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Bikin To-Do List &amp; Checklist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MASALAH SEHARI-HARI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11094415" cy="269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Tugas menumpuk di kepala, saking banyaknya malah jadi nggak tahu mana yang harus dikerjain duluan.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2536889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PROMPT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811209"/>
            <a:ext cx="11094415" cy="1197864"/>
          </a:xfrm>
          <a:prstGeom prst="roundRect">
            <a:avLst>
              <a:gd name="adj" fmla="val 7634"/>
            </a:avLst>
          </a:prstGeom>
          <a:solidFill>
            <a:srgbClr val="191919"/>
          </a:solidFill>
          <a:ln w="12700">
            <a:solidFill>
              <a:srgbClr val="19191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Text 9"/>
          <p:cNvSpPr/>
          <p:nvPr/>
        </p:nvSpPr>
        <p:spPr>
          <a:xfrm>
            <a:off x="749808" y="2893504"/>
            <a:ext cx="106920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PROMPT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49808" y="3122104"/>
            <a:ext cx="10692079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 semua yang harus aku kerjain minggu ini, aku tumpahkan apa adanya: bayar listrik, jemput adik jam 3 hari Rabu, kerjain laporan bulanan (deadline Jumat), beli galon, telpon dokter gigi buat janji kontrol, cuci motor. Kelompokkan dan urutkan berdasarkan urgensi, buat jadi checklist yang bisa aku centang.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265105"/>
            <a:ext cx="11094415" cy="945515"/>
          </a:xfrm>
          <a:prstGeom prst="roundRect">
            <a:avLst>
              <a:gd name="adj" fmla="val 9671"/>
            </a:avLst>
          </a:prstGeom>
          <a:solidFill>
            <a:srgbClr val="EAFAF0"/>
          </a:solidFill>
          <a:ln w="12700">
            <a:solidFill>
              <a:srgbClr val="B8E6C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4" name="Text 12"/>
          <p:cNvSpPr/>
          <p:nvPr/>
        </p:nvSpPr>
        <p:spPr>
          <a:xfrm>
            <a:off x="749808" y="4374833"/>
            <a:ext cx="106920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" dirty="0">
                <a:solidFill>
                  <a:srgbClr val="1A7A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LATIHAN — SEKARANG GILIRANMU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" y="4621721"/>
            <a:ext cx="10692079" cy="470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Tumpahkan semua yang harus kamu kerjakan minggu ini, tanpa mikir urutan dulu. Minta Claude kelompokkan dan urutkan berdasarkan urgensi jadi checklist interaktif.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10 — Cari Ide &amp; Rekomendasi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Cari Ide &amp; Rekomendasi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MASALAH SEHARI-HARI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11094415" cy="269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Weekend udah di depan mata tapi masih belum ada rencana, atau bingung cari kado yang pas.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2536889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PROMPT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811209"/>
            <a:ext cx="11094415" cy="999744"/>
          </a:xfrm>
          <a:prstGeom prst="roundRect">
            <a:avLst>
              <a:gd name="adj" fmla="val 9146"/>
            </a:avLst>
          </a:prstGeom>
          <a:solidFill>
            <a:srgbClr val="191919"/>
          </a:solidFill>
          <a:ln w="12700">
            <a:solidFill>
              <a:srgbClr val="19191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Text 9"/>
          <p:cNvSpPr/>
          <p:nvPr/>
        </p:nvSpPr>
        <p:spPr>
          <a:xfrm>
            <a:off x="749808" y="2893504"/>
            <a:ext cx="106920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PROMPT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49808" y="3122104"/>
            <a:ext cx="10692079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Aku bingung mau cari kado ulang tahun ibu, budget sekitar Rp 200.000. Ibuku suka masak dan tanaman. Kasih beberapa opsi kado yang konkret, bukan yang generik.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066984"/>
            <a:ext cx="11094415" cy="945515"/>
          </a:xfrm>
          <a:prstGeom prst="roundRect">
            <a:avLst>
              <a:gd name="adj" fmla="val 9671"/>
            </a:avLst>
          </a:prstGeom>
          <a:solidFill>
            <a:srgbClr val="EAFAF0"/>
          </a:solidFill>
          <a:ln w="12700">
            <a:solidFill>
              <a:srgbClr val="B8E6C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4" name="Text 12"/>
          <p:cNvSpPr/>
          <p:nvPr/>
        </p:nvSpPr>
        <p:spPr>
          <a:xfrm>
            <a:off x="749808" y="4176712"/>
            <a:ext cx="106920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" dirty="0">
                <a:solidFill>
                  <a:srgbClr val="1A7A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LATIHAN — SEKARANG GILIRANMU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" y="4423601"/>
            <a:ext cx="10692079" cy="470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Sebutkan situasi dan batasanmu — budget, waktu, atau siapa saja yang terlibat. Minta Claude kasih beberapa opsi konkret sesuai situasimu.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11 — Bantu Pilih &amp; Bandingkan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Bantu Pilih &amp; Bandingkan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MASALAH SEHARI-HARI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11094415" cy="269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Ada 2-3 pilihan di depan mata, tapi tiap dipikirin malah makin bingung mana yang lebih worth it.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2536889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PROMPT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811209"/>
            <a:ext cx="11094415" cy="1197864"/>
          </a:xfrm>
          <a:prstGeom prst="roundRect">
            <a:avLst>
              <a:gd name="adj" fmla="val 7634"/>
            </a:avLst>
          </a:prstGeom>
          <a:solidFill>
            <a:srgbClr val="191919"/>
          </a:solidFill>
          <a:ln w="12700">
            <a:solidFill>
              <a:srgbClr val="19191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Text 9"/>
          <p:cNvSpPr/>
          <p:nvPr/>
        </p:nvSpPr>
        <p:spPr>
          <a:xfrm>
            <a:off x="749808" y="2893504"/>
            <a:ext cx="106920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PROMPT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49808" y="3122104"/>
            <a:ext cx="10692079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Aku mau beli motor bekas, ada 2 pilihan. Motor A: Rp 8 juta, tahun 2016, sudah sering servis. Motor B: Rp 13 juta, tahun 2021, jarang servis. Yang penting buatku: harga, biaya rawatan ke depan, dan keawetan. Buatkan tabel perbandingan dengan tradeoff jelas dan 1 rekomendasi. Simpan sebagai file PDF.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265105"/>
            <a:ext cx="11094415" cy="945515"/>
          </a:xfrm>
          <a:prstGeom prst="roundRect">
            <a:avLst>
              <a:gd name="adj" fmla="val 9671"/>
            </a:avLst>
          </a:prstGeom>
          <a:solidFill>
            <a:srgbClr val="EAFAF0"/>
          </a:solidFill>
          <a:ln w="12700">
            <a:solidFill>
              <a:srgbClr val="B8E6C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4" name="Text 12"/>
          <p:cNvSpPr/>
          <p:nvPr/>
        </p:nvSpPr>
        <p:spPr>
          <a:xfrm>
            <a:off x="749808" y="4374833"/>
            <a:ext cx="106920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" dirty="0">
                <a:solidFill>
                  <a:srgbClr val="1A7A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LATIHAN — SEKARANG GILIRANMU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" y="4621721"/>
            <a:ext cx="10692079" cy="470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Sebutkan 2-3 pilihan yang sedang kamu pertimbangkan (motor, laptop, tawaran kerja, apa saja) dan hal-hal yang penting buatmu. Minta Claude susun tabel perbandingan dengan tradeoff jelas dan rekomendasi, simpan sebagai PDF.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12 — Rapikan Tulisan &amp; Chat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Rapikan Tulisan &amp; Chat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MASALAH SEHARI-HARI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11094415" cy="269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Udah nulis pesan berkali-kali tapi tetep aja kedengarannya kaku atau malah kesannya ketus.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2536889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PROMPT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811209"/>
            <a:ext cx="11094415" cy="1197864"/>
          </a:xfrm>
          <a:prstGeom prst="roundRect">
            <a:avLst>
              <a:gd name="adj" fmla="val 7634"/>
            </a:avLst>
          </a:prstGeom>
          <a:solidFill>
            <a:srgbClr val="191919"/>
          </a:solidFill>
          <a:ln w="12700">
            <a:solidFill>
              <a:srgbClr val="19191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Text 9"/>
          <p:cNvSpPr/>
          <p:nvPr/>
        </p:nvSpPr>
        <p:spPr>
          <a:xfrm>
            <a:off x="749808" y="2893504"/>
            <a:ext cx="106920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PROMPT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49808" y="3122104"/>
            <a:ext cx="10692079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Aku mau kirim pesan ke pemilik kos soal AC yang rusak sudah 3 hari belum diperbaiki. Draftku: "AC kamar saya rusak dari 3 hari lalu, tolong diperbaiki, saya sudah komplain berkali-kali tapi belum ditanggapi." Kedengarannya galak, tolong bikin versi yang lebih jelas dan sopan tapi tetap tegas.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265105"/>
            <a:ext cx="11094415" cy="945515"/>
          </a:xfrm>
          <a:prstGeom prst="roundRect">
            <a:avLst>
              <a:gd name="adj" fmla="val 9671"/>
            </a:avLst>
          </a:prstGeom>
          <a:solidFill>
            <a:srgbClr val="EAFAF0"/>
          </a:solidFill>
          <a:ln w="12700">
            <a:solidFill>
              <a:srgbClr val="B8E6C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4" name="Text 12"/>
          <p:cNvSpPr/>
          <p:nvPr/>
        </p:nvSpPr>
        <p:spPr>
          <a:xfrm>
            <a:off x="749808" y="4374833"/>
            <a:ext cx="106920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" dirty="0">
                <a:solidFill>
                  <a:srgbClr val="1A7A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LATIHAN — SEKARANG GILIRANMU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" y="4621721"/>
            <a:ext cx="10692079" cy="470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Paste tulisan asli yang mau kamu kirim — pesan WA, email, caption, atau apa saja. Minta Claude bikin versi yang lebih jelas, sopan, atau natural, sesuaikan dengan konteks dan siapa penerimanya.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13 — Sekarang, Coba Sendiri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Sekarang, Coba Sendiri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12 MODUL SUDAH KAMU LIHAT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11094415" cy="483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Kamu sudah lihat 12 contoh penggunaan Claude untuk hal-hal sehari-hari. Sekarang giliranmu. Pilih satu situasi di bawah ini dan coba minta bantuan Claude. Tidak ada prompt yang benar atau salah — tulis saja seperti kamu sedang ngobrol biasa.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769489"/>
            <a:ext cx="11094415" cy="747078"/>
          </a:xfrm>
          <a:prstGeom prst="roundRect">
            <a:avLst>
              <a:gd name="adj" fmla="val 12240"/>
            </a:avLst>
          </a:prstGeom>
          <a:solidFill>
            <a:srgbClr val="EAFAF0"/>
          </a:solidFill>
          <a:ln w="12700">
            <a:solidFill>
              <a:srgbClr val="B8E6C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0" name="Text 8"/>
          <p:cNvSpPr/>
          <p:nvPr/>
        </p:nvSpPr>
        <p:spPr>
          <a:xfrm>
            <a:off x="749808" y="2879217"/>
            <a:ext cx="106920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" dirty="0">
                <a:solidFill>
                  <a:srgbClr val="1A7A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LATIHAN — SEKARANG GILIRANMU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" y="3126105"/>
            <a:ext cx="10692079" cy="271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Coba ceritakan situasimu ke Claude dengan bahasamu sendiri. Lalu lihat apakah Claude bisa membantumu menentukan langkah berikutnya.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772599"/>
            <a:ext cx="11094415" cy="929640"/>
          </a:xfrm>
          <a:prstGeom prst="roundRect">
            <a:avLst>
              <a:gd name="adj" fmla="val 9836"/>
            </a:avLst>
          </a:prstGeom>
          <a:solidFill>
            <a:srgbClr val="F3F0FF"/>
          </a:solidFill>
          <a:ln w="12700">
            <a:solidFill>
              <a:srgbClr val="DCD3F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3" name="Text 11"/>
          <p:cNvSpPr/>
          <p:nvPr/>
        </p:nvSpPr>
        <p:spPr>
          <a:xfrm>
            <a:off x="749808" y="3891471"/>
            <a:ext cx="106920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YANG PERLU DIINGAT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9808" y="4129215"/>
            <a:ext cx="10692079" cy="454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Kamu nggak perlu tahu prompt yang "sempurna". Cukup ceritakan apa yang sedang terjadi dengan kata-katamu sendiri — Claude akan bantu cari langkah berikutnya.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1567</Words>
  <Application>Microsoft Office PowerPoint</Application>
  <PresentationFormat>Widescreen</PresentationFormat>
  <Paragraphs>148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Courier New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Julia Utomo</cp:lastModifiedBy>
  <cp:revision>2</cp:revision>
  <dcterms:created xsi:type="dcterms:W3CDTF">2026-08-15T04:12:35Z</dcterms:created>
  <dcterms:modified xsi:type="dcterms:W3CDTF">2026-08-15T04:16:36Z</dcterms:modified>
</cp:coreProperties>
</file>